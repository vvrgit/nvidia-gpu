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A15D25-122B-D6EB-872C-F11C278EF774}" v="163" dt="2025-12-02T11:18:18.785"/>
    <p1510:client id="{4BE1528A-951B-05CD-9D04-B0242F8C969C}" v="144" dt="2025-12-02T07:28:29.062"/>
    <p1510:client id="{82CADD10-9976-CD62-C329-4918C64FE5EC}" v="48" dt="2025-12-02T11:30:46.914"/>
    <p1510:client id="{AD20834B-46AF-E15E-69E2-3B4EC1359661}" v="10" dt="2025-12-03T06:35:22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2768A7-FAB4-4489-A115-43B55BC239D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3E0CDA0-7ABB-4A5D-A72A-EC341F9944BC}">
      <dgm:prSet/>
      <dgm:spPr/>
      <dgm:t>
        <a:bodyPr/>
        <a:lstStyle/>
        <a:p>
          <a:r>
            <a:rPr lang="en-US"/>
            <a:t>CPU is Central Processing Unit which is optimized for General-purpose computation and Sequential processing</a:t>
          </a:r>
        </a:p>
      </dgm:t>
    </dgm:pt>
    <dgm:pt modelId="{8B3351CE-5466-464B-9F6C-B9EA4454395C}" type="parTrans" cxnId="{DF515E41-CC9A-4F69-BB2F-572EB43D7614}">
      <dgm:prSet/>
      <dgm:spPr/>
      <dgm:t>
        <a:bodyPr/>
        <a:lstStyle/>
        <a:p>
          <a:endParaRPr lang="en-US"/>
        </a:p>
      </dgm:t>
    </dgm:pt>
    <dgm:pt modelId="{2666C1E5-3E60-47F6-9E6D-E9E224AFB65A}" type="sibTrans" cxnId="{DF515E41-CC9A-4F69-BB2F-572EB43D7614}">
      <dgm:prSet/>
      <dgm:spPr/>
      <dgm:t>
        <a:bodyPr/>
        <a:lstStyle/>
        <a:p>
          <a:endParaRPr lang="en-US"/>
        </a:p>
      </dgm:t>
    </dgm:pt>
    <dgm:pt modelId="{DD86CFD4-AA88-44B0-8953-F36FAA07C11A}">
      <dgm:prSet/>
      <dgm:spPr/>
      <dgm:t>
        <a:bodyPr/>
        <a:lstStyle/>
        <a:p>
          <a:r>
            <a:rPr lang="en-US"/>
            <a:t>It has capability of fast switching between the tasks. It has few powerful cores (4-16)</a:t>
          </a:r>
        </a:p>
      </dgm:t>
    </dgm:pt>
    <dgm:pt modelId="{77215EEF-0FEB-4595-9F27-85DE35E157F8}" type="parTrans" cxnId="{56AD7306-F33B-4B27-AE2A-8B6B19FC7CDF}">
      <dgm:prSet/>
      <dgm:spPr/>
      <dgm:t>
        <a:bodyPr/>
        <a:lstStyle/>
        <a:p>
          <a:endParaRPr lang="en-US"/>
        </a:p>
      </dgm:t>
    </dgm:pt>
    <dgm:pt modelId="{B4D9AC7E-7C38-416A-A792-6B7FD5939C74}" type="sibTrans" cxnId="{56AD7306-F33B-4B27-AE2A-8B6B19FC7CDF}">
      <dgm:prSet/>
      <dgm:spPr/>
      <dgm:t>
        <a:bodyPr/>
        <a:lstStyle/>
        <a:p>
          <a:endParaRPr lang="en-US"/>
        </a:p>
      </dgm:t>
    </dgm:pt>
    <dgm:pt modelId="{25099F98-6DCF-423A-9C20-F2C5C2CB5579}">
      <dgm:prSet/>
      <dgm:spPr/>
      <dgm:t>
        <a:bodyPr/>
        <a:lstStyle/>
        <a:p>
          <a:r>
            <a:rPr lang="en-US"/>
            <a:t>It has large cache memory and low-latency tasks</a:t>
          </a:r>
        </a:p>
      </dgm:t>
    </dgm:pt>
    <dgm:pt modelId="{F7271877-EFF2-4B65-9121-A5829261EFB7}" type="parTrans" cxnId="{6B0C2C4D-BA06-4E72-A1A6-5D7CEEC29353}">
      <dgm:prSet/>
      <dgm:spPr/>
      <dgm:t>
        <a:bodyPr/>
        <a:lstStyle/>
        <a:p>
          <a:endParaRPr lang="en-US"/>
        </a:p>
      </dgm:t>
    </dgm:pt>
    <dgm:pt modelId="{93DF3DB7-FC1D-4A02-8E07-2924012A79C0}" type="sibTrans" cxnId="{6B0C2C4D-BA06-4E72-A1A6-5D7CEEC29353}">
      <dgm:prSet/>
      <dgm:spPr/>
      <dgm:t>
        <a:bodyPr/>
        <a:lstStyle/>
        <a:p>
          <a:endParaRPr lang="en-US"/>
        </a:p>
      </dgm:t>
    </dgm:pt>
    <dgm:pt modelId="{2F9520FD-EB0F-472F-8F97-1CCBE4A527F8}">
      <dgm:prSet/>
      <dgm:spPr/>
      <dgm:t>
        <a:bodyPr/>
        <a:lstStyle/>
        <a:p>
          <a:r>
            <a:rPr lang="en-US"/>
            <a:t>It is best for single-threaded tasks, complex logic and general purpose allocations</a:t>
          </a:r>
        </a:p>
      </dgm:t>
    </dgm:pt>
    <dgm:pt modelId="{0C033E9B-4561-4D55-92E3-C436A0139A00}" type="parTrans" cxnId="{38E0DEAE-CAB4-4BB6-BBF0-B0EE6518AEFD}">
      <dgm:prSet/>
      <dgm:spPr/>
      <dgm:t>
        <a:bodyPr/>
        <a:lstStyle/>
        <a:p>
          <a:endParaRPr lang="en-US"/>
        </a:p>
      </dgm:t>
    </dgm:pt>
    <dgm:pt modelId="{63A7D80F-C3E8-4500-8F84-065ED3688E19}" type="sibTrans" cxnId="{38E0DEAE-CAB4-4BB6-BBF0-B0EE6518AEFD}">
      <dgm:prSet/>
      <dgm:spPr/>
      <dgm:t>
        <a:bodyPr/>
        <a:lstStyle/>
        <a:p>
          <a:endParaRPr lang="en-US"/>
        </a:p>
      </dgm:t>
    </dgm:pt>
    <dgm:pt modelId="{98B50FC8-6FCA-410A-BA0D-BB51A1452717}" type="pres">
      <dgm:prSet presAssocID="{072768A7-FAB4-4489-A115-43B55BC239DC}" presName="outerComposite" presStyleCnt="0">
        <dgm:presLayoutVars>
          <dgm:chMax val="5"/>
          <dgm:dir/>
          <dgm:resizeHandles val="exact"/>
        </dgm:presLayoutVars>
      </dgm:prSet>
      <dgm:spPr/>
    </dgm:pt>
    <dgm:pt modelId="{CD8F6103-4A0C-47AB-982E-A1035A9DC207}" type="pres">
      <dgm:prSet presAssocID="{072768A7-FAB4-4489-A115-43B55BC239DC}" presName="dummyMaxCanvas" presStyleCnt="0">
        <dgm:presLayoutVars/>
      </dgm:prSet>
      <dgm:spPr/>
    </dgm:pt>
    <dgm:pt modelId="{3172B6E9-62F7-4E07-B760-451F1B6A0B5E}" type="pres">
      <dgm:prSet presAssocID="{072768A7-FAB4-4489-A115-43B55BC239DC}" presName="FourNodes_1" presStyleLbl="node1" presStyleIdx="0" presStyleCnt="4">
        <dgm:presLayoutVars>
          <dgm:bulletEnabled val="1"/>
        </dgm:presLayoutVars>
      </dgm:prSet>
      <dgm:spPr/>
    </dgm:pt>
    <dgm:pt modelId="{4FADC8F2-9F91-4EB1-8D57-4C9D987561A7}" type="pres">
      <dgm:prSet presAssocID="{072768A7-FAB4-4489-A115-43B55BC239DC}" presName="FourNodes_2" presStyleLbl="node1" presStyleIdx="1" presStyleCnt="4">
        <dgm:presLayoutVars>
          <dgm:bulletEnabled val="1"/>
        </dgm:presLayoutVars>
      </dgm:prSet>
      <dgm:spPr/>
    </dgm:pt>
    <dgm:pt modelId="{185665A3-BBC6-4A55-8EFD-C6BEBC2BFF68}" type="pres">
      <dgm:prSet presAssocID="{072768A7-FAB4-4489-A115-43B55BC239DC}" presName="FourNodes_3" presStyleLbl="node1" presStyleIdx="2" presStyleCnt="4">
        <dgm:presLayoutVars>
          <dgm:bulletEnabled val="1"/>
        </dgm:presLayoutVars>
      </dgm:prSet>
      <dgm:spPr/>
    </dgm:pt>
    <dgm:pt modelId="{8F882C92-AED4-4D02-A4B1-24F33E07789D}" type="pres">
      <dgm:prSet presAssocID="{072768A7-FAB4-4489-A115-43B55BC239DC}" presName="FourNodes_4" presStyleLbl="node1" presStyleIdx="3" presStyleCnt="4">
        <dgm:presLayoutVars>
          <dgm:bulletEnabled val="1"/>
        </dgm:presLayoutVars>
      </dgm:prSet>
      <dgm:spPr/>
    </dgm:pt>
    <dgm:pt modelId="{6717A7DD-390D-4656-A4C9-B5AB11B4F1E3}" type="pres">
      <dgm:prSet presAssocID="{072768A7-FAB4-4489-A115-43B55BC239DC}" presName="FourConn_1-2" presStyleLbl="fgAccFollowNode1" presStyleIdx="0" presStyleCnt="3">
        <dgm:presLayoutVars>
          <dgm:bulletEnabled val="1"/>
        </dgm:presLayoutVars>
      </dgm:prSet>
      <dgm:spPr/>
    </dgm:pt>
    <dgm:pt modelId="{75153186-E8BE-41BC-8FEA-42F71883D78C}" type="pres">
      <dgm:prSet presAssocID="{072768A7-FAB4-4489-A115-43B55BC239DC}" presName="FourConn_2-3" presStyleLbl="fgAccFollowNode1" presStyleIdx="1" presStyleCnt="3">
        <dgm:presLayoutVars>
          <dgm:bulletEnabled val="1"/>
        </dgm:presLayoutVars>
      </dgm:prSet>
      <dgm:spPr/>
    </dgm:pt>
    <dgm:pt modelId="{BBF54351-82E0-4BA7-9D19-E043962CD126}" type="pres">
      <dgm:prSet presAssocID="{072768A7-FAB4-4489-A115-43B55BC239DC}" presName="FourConn_3-4" presStyleLbl="fgAccFollowNode1" presStyleIdx="2" presStyleCnt="3">
        <dgm:presLayoutVars>
          <dgm:bulletEnabled val="1"/>
        </dgm:presLayoutVars>
      </dgm:prSet>
      <dgm:spPr/>
    </dgm:pt>
    <dgm:pt modelId="{3AEF6263-9436-4749-9A1A-985F1572F000}" type="pres">
      <dgm:prSet presAssocID="{072768A7-FAB4-4489-A115-43B55BC239DC}" presName="FourNodes_1_text" presStyleLbl="node1" presStyleIdx="3" presStyleCnt="4">
        <dgm:presLayoutVars>
          <dgm:bulletEnabled val="1"/>
        </dgm:presLayoutVars>
      </dgm:prSet>
      <dgm:spPr/>
    </dgm:pt>
    <dgm:pt modelId="{9F308CB3-0A75-453F-B85D-E3CC32871650}" type="pres">
      <dgm:prSet presAssocID="{072768A7-FAB4-4489-A115-43B55BC239DC}" presName="FourNodes_2_text" presStyleLbl="node1" presStyleIdx="3" presStyleCnt="4">
        <dgm:presLayoutVars>
          <dgm:bulletEnabled val="1"/>
        </dgm:presLayoutVars>
      </dgm:prSet>
      <dgm:spPr/>
    </dgm:pt>
    <dgm:pt modelId="{54E4275F-DF80-4295-841D-4403F240B648}" type="pres">
      <dgm:prSet presAssocID="{072768A7-FAB4-4489-A115-43B55BC239DC}" presName="FourNodes_3_text" presStyleLbl="node1" presStyleIdx="3" presStyleCnt="4">
        <dgm:presLayoutVars>
          <dgm:bulletEnabled val="1"/>
        </dgm:presLayoutVars>
      </dgm:prSet>
      <dgm:spPr/>
    </dgm:pt>
    <dgm:pt modelId="{8D688B11-F05D-4ABD-A479-1799A6DEB66F}" type="pres">
      <dgm:prSet presAssocID="{072768A7-FAB4-4489-A115-43B55BC239D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6AD7306-F33B-4B27-AE2A-8B6B19FC7CDF}" srcId="{072768A7-FAB4-4489-A115-43B55BC239DC}" destId="{DD86CFD4-AA88-44B0-8953-F36FAA07C11A}" srcOrd="1" destOrd="0" parTransId="{77215EEF-0FEB-4595-9F27-85DE35E157F8}" sibTransId="{B4D9AC7E-7C38-416A-A792-6B7FD5939C74}"/>
    <dgm:cxn modelId="{B346FA1E-A63F-4135-A588-E0E49F0779BF}" type="presOf" srcId="{25099F98-6DCF-423A-9C20-F2C5C2CB5579}" destId="{185665A3-BBC6-4A55-8EFD-C6BEBC2BFF68}" srcOrd="0" destOrd="0" presId="urn:microsoft.com/office/officeart/2005/8/layout/vProcess5"/>
    <dgm:cxn modelId="{5CF0AF25-D86B-4CB5-8718-87883352713B}" type="presOf" srcId="{25099F98-6DCF-423A-9C20-F2C5C2CB5579}" destId="{54E4275F-DF80-4295-841D-4403F240B648}" srcOrd="1" destOrd="0" presId="urn:microsoft.com/office/officeart/2005/8/layout/vProcess5"/>
    <dgm:cxn modelId="{172F4431-5D40-43E6-9B55-9AF3907C830C}" type="presOf" srcId="{43E0CDA0-7ABB-4A5D-A72A-EC341F9944BC}" destId="{3172B6E9-62F7-4E07-B760-451F1B6A0B5E}" srcOrd="0" destOrd="0" presId="urn:microsoft.com/office/officeart/2005/8/layout/vProcess5"/>
    <dgm:cxn modelId="{3E948637-D825-4C8E-B713-C407A2AE3294}" type="presOf" srcId="{2F9520FD-EB0F-472F-8F97-1CCBE4A527F8}" destId="{8F882C92-AED4-4D02-A4B1-24F33E07789D}" srcOrd="0" destOrd="0" presId="urn:microsoft.com/office/officeart/2005/8/layout/vProcess5"/>
    <dgm:cxn modelId="{DF515E41-CC9A-4F69-BB2F-572EB43D7614}" srcId="{072768A7-FAB4-4489-A115-43B55BC239DC}" destId="{43E0CDA0-7ABB-4A5D-A72A-EC341F9944BC}" srcOrd="0" destOrd="0" parTransId="{8B3351CE-5466-464B-9F6C-B9EA4454395C}" sibTransId="{2666C1E5-3E60-47F6-9E6D-E9E224AFB65A}"/>
    <dgm:cxn modelId="{9617E468-0345-448B-959C-E709434BFBD1}" type="presOf" srcId="{072768A7-FAB4-4489-A115-43B55BC239DC}" destId="{98B50FC8-6FCA-410A-BA0D-BB51A1452717}" srcOrd="0" destOrd="0" presId="urn:microsoft.com/office/officeart/2005/8/layout/vProcess5"/>
    <dgm:cxn modelId="{6B0C2C4D-BA06-4E72-A1A6-5D7CEEC29353}" srcId="{072768A7-FAB4-4489-A115-43B55BC239DC}" destId="{25099F98-6DCF-423A-9C20-F2C5C2CB5579}" srcOrd="2" destOrd="0" parTransId="{F7271877-EFF2-4B65-9121-A5829261EFB7}" sibTransId="{93DF3DB7-FC1D-4A02-8E07-2924012A79C0}"/>
    <dgm:cxn modelId="{32856F4F-24BE-4E62-A08F-809532168588}" type="presOf" srcId="{43E0CDA0-7ABB-4A5D-A72A-EC341F9944BC}" destId="{3AEF6263-9436-4749-9A1A-985F1572F000}" srcOrd="1" destOrd="0" presId="urn:microsoft.com/office/officeart/2005/8/layout/vProcess5"/>
    <dgm:cxn modelId="{632BAC56-82F9-4B67-9071-9AFB764B2D23}" type="presOf" srcId="{B4D9AC7E-7C38-416A-A792-6B7FD5939C74}" destId="{75153186-E8BE-41BC-8FEA-42F71883D78C}" srcOrd="0" destOrd="0" presId="urn:microsoft.com/office/officeart/2005/8/layout/vProcess5"/>
    <dgm:cxn modelId="{B2438D78-0021-4CE9-94BC-47B294AF48D4}" type="presOf" srcId="{2666C1E5-3E60-47F6-9E6D-E9E224AFB65A}" destId="{6717A7DD-390D-4656-A4C9-B5AB11B4F1E3}" srcOrd="0" destOrd="0" presId="urn:microsoft.com/office/officeart/2005/8/layout/vProcess5"/>
    <dgm:cxn modelId="{61CD3B95-CE44-4BC5-BB25-EF4888265FB5}" type="presOf" srcId="{DD86CFD4-AA88-44B0-8953-F36FAA07C11A}" destId="{4FADC8F2-9F91-4EB1-8D57-4C9D987561A7}" srcOrd="0" destOrd="0" presId="urn:microsoft.com/office/officeart/2005/8/layout/vProcess5"/>
    <dgm:cxn modelId="{14FD45A6-7B87-4EA4-ACE8-E2BD99E362F3}" type="presOf" srcId="{2F9520FD-EB0F-472F-8F97-1CCBE4A527F8}" destId="{8D688B11-F05D-4ABD-A479-1799A6DEB66F}" srcOrd="1" destOrd="0" presId="urn:microsoft.com/office/officeart/2005/8/layout/vProcess5"/>
    <dgm:cxn modelId="{38E0DEAE-CAB4-4BB6-BBF0-B0EE6518AEFD}" srcId="{072768A7-FAB4-4489-A115-43B55BC239DC}" destId="{2F9520FD-EB0F-472F-8F97-1CCBE4A527F8}" srcOrd="3" destOrd="0" parTransId="{0C033E9B-4561-4D55-92E3-C436A0139A00}" sibTransId="{63A7D80F-C3E8-4500-8F84-065ED3688E19}"/>
    <dgm:cxn modelId="{023D4FB2-7B45-400E-94C3-304F6B57B755}" type="presOf" srcId="{DD86CFD4-AA88-44B0-8953-F36FAA07C11A}" destId="{9F308CB3-0A75-453F-B85D-E3CC32871650}" srcOrd="1" destOrd="0" presId="urn:microsoft.com/office/officeart/2005/8/layout/vProcess5"/>
    <dgm:cxn modelId="{CDFF1AD7-892E-4DA9-A245-ECF15E1144A9}" type="presOf" srcId="{93DF3DB7-FC1D-4A02-8E07-2924012A79C0}" destId="{BBF54351-82E0-4BA7-9D19-E043962CD126}" srcOrd="0" destOrd="0" presId="urn:microsoft.com/office/officeart/2005/8/layout/vProcess5"/>
    <dgm:cxn modelId="{201B88E3-16B7-4D9B-A650-7DD9B64AC2FC}" type="presParOf" srcId="{98B50FC8-6FCA-410A-BA0D-BB51A1452717}" destId="{CD8F6103-4A0C-47AB-982E-A1035A9DC207}" srcOrd="0" destOrd="0" presId="urn:microsoft.com/office/officeart/2005/8/layout/vProcess5"/>
    <dgm:cxn modelId="{12C7CD0E-0667-4989-B866-3034023C175D}" type="presParOf" srcId="{98B50FC8-6FCA-410A-BA0D-BB51A1452717}" destId="{3172B6E9-62F7-4E07-B760-451F1B6A0B5E}" srcOrd="1" destOrd="0" presId="urn:microsoft.com/office/officeart/2005/8/layout/vProcess5"/>
    <dgm:cxn modelId="{5AFA0DC5-C32A-4A40-B977-A90074388330}" type="presParOf" srcId="{98B50FC8-6FCA-410A-BA0D-BB51A1452717}" destId="{4FADC8F2-9F91-4EB1-8D57-4C9D987561A7}" srcOrd="2" destOrd="0" presId="urn:microsoft.com/office/officeart/2005/8/layout/vProcess5"/>
    <dgm:cxn modelId="{C5F1C909-F045-4A97-A36B-2BEBA8FB1129}" type="presParOf" srcId="{98B50FC8-6FCA-410A-BA0D-BB51A1452717}" destId="{185665A3-BBC6-4A55-8EFD-C6BEBC2BFF68}" srcOrd="3" destOrd="0" presId="urn:microsoft.com/office/officeart/2005/8/layout/vProcess5"/>
    <dgm:cxn modelId="{4A34DFCC-7676-4CEA-92B8-8DD3523DAF20}" type="presParOf" srcId="{98B50FC8-6FCA-410A-BA0D-BB51A1452717}" destId="{8F882C92-AED4-4D02-A4B1-24F33E07789D}" srcOrd="4" destOrd="0" presId="urn:microsoft.com/office/officeart/2005/8/layout/vProcess5"/>
    <dgm:cxn modelId="{51393695-C972-43C5-8690-FF373DBAA35D}" type="presParOf" srcId="{98B50FC8-6FCA-410A-BA0D-BB51A1452717}" destId="{6717A7DD-390D-4656-A4C9-B5AB11B4F1E3}" srcOrd="5" destOrd="0" presId="urn:microsoft.com/office/officeart/2005/8/layout/vProcess5"/>
    <dgm:cxn modelId="{746AA504-A1FB-431D-B998-A1AE694B487E}" type="presParOf" srcId="{98B50FC8-6FCA-410A-BA0D-BB51A1452717}" destId="{75153186-E8BE-41BC-8FEA-42F71883D78C}" srcOrd="6" destOrd="0" presId="urn:microsoft.com/office/officeart/2005/8/layout/vProcess5"/>
    <dgm:cxn modelId="{F520655A-A44D-45B7-9137-1D515A31BC5F}" type="presParOf" srcId="{98B50FC8-6FCA-410A-BA0D-BB51A1452717}" destId="{BBF54351-82E0-4BA7-9D19-E043962CD126}" srcOrd="7" destOrd="0" presId="urn:microsoft.com/office/officeart/2005/8/layout/vProcess5"/>
    <dgm:cxn modelId="{078F77D1-56C9-4ABF-B52C-ECA143889EB9}" type="presParOf" srcId="{98B50FC8-6FCA-410A-BA0D-BB51A1452717}" destId="{3AEF6263-9436-4749-9A1A-985F1572F000}" srcOrd="8" destOrd="0" presId="urn:microsoft.com/office/officeart/2005/8/layout/vProcess5"/>
    <dgm:cxn modelId="{F72308D6-533F-42E6-98C7-5BEF87DCACC1}" type="presParOf" srcId="{98B50FC8-6FCA-410A-BA0D-BB51A1452717}" destId="{9F308CB3-0A75-453F-B85D-E3CC32871650}" srcOrd="9" destOrd="0" presId="urn:microsoft.com/office/officeart/2005/8/layout/vProcess5"/>
    <dgm:cxn modelId="{C818CE06-2E01-4F7F-BFB9-328C890107F0}" type="presParOf" srcId="{98B50FC8-6FCA-410A-BA0D-BB51A1452717}" destId="{54E4275F-DF80-4295-841D-4403F240B648}" srcOrd="10" destOrd="0" presId="urn:microsoft.com/office/officeart/2005/8/layout/vProcess5"/>
    <dgm:cxn modelId="{662E218C-539C-41D5-AF10-BD43DC0D4478}" type="presParOf" srcId="{98B50FC8-6FCA-410A-BA0D-BB51A1452717}" destId="{8D688B11-F05D-4ABD-A479-1799A6DEB66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F225C7-8F15-44EC-8A5D-8EA3324BC0C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BA60777-006B-4676-8165-43E61F3B7805}">
      <dgm:prSet/>
      <dgm:spPr/>
      <dgm:t>
        <a:bodyPr/>
        <a:lstStyle/>
        <a:p>
          <a:r>
            <a:rPr lang="en-US"/>
            <a:t>GPU is Graphics Processing Unit is optimized for:  Parallel computation, Processing large amounts of data at once and  Matrix operations (ideal for deep learning)</a:t>
          </a:r>
        </a:p>
      </dgm:t>
    </dgm:pt>
    <dgm:pt modelId="{B31F899E-6929-4DEF-8F81-20942080F651}" type="parTrans" cxnId="{C0194E3B-F2AE-4E1A-8888-4D3CAB883840}">
      <dgm:prSet/>
      <dgm:spPr/>
      <dgm:t>
        <a:bodyPr/>
        <a:lstStyle/>
        <a:p>
          <a:endParaRPr lang="en-US"/>
        </a:p>
      </dgm:t>
    </dgm:pt>
    <dgm:pt modelId="{A1CCE9A7-B671-405E-8C9B-4F035F169600}" type="sibTrans" cxnId="{C0194E3B-F2AE-4E1A-8888-4D3CAB883840}">
      <dgm:prSet/>
      <dgm:spPr/>
      <dgm:t>
        <a:bodyPr/>
        <a:lstStyle/>
        <a:p>
          <a:endParaRPr lang="en-US"/>
        </a:p>
      </dgm:t>
    </dgm:pt>
    <dgm:pt modelId="{F5C1D089-FBF8-4B8C-A1D3-B6C92EAA69E6}">
      <dgm:prSet/>
      <dgm:spPr/>
      <dgm:t>
        <a:bodyPr/>
        <a:lstStyle/>
        <a:p>
          <a:r>
            <a:rPr lang="en-US"/>
            <a:t>GPU architecture has thousands of </a:t>
          </a:r>
          <a:r>
            <a:rPr lang="en-US" b="1"/>
            <a:t>smaller but efficient cores like</a:t>
          </a:r>
          <a:r>
            <a:rPr lang="en-US"/>
            <a:t> NVIDIA RTX 4090 has </a:t>
          </a:r>
          <a:r>
            <a:rPr lang="en-US" b="1"/>
            <a:t>16,384 CUDA cores</a:t>
          </a:r>
          <a:endParaRPr lang="en-US"/>
        </a:p>
      </dgm:t>
    </dgm:pt>
    <dgm:pt modelId="{56A919D0-693E-4BAC-8568-C4D8B42053D3}" type="parTrans" cxnId="{4C2FC612-823C-46CD-9553-630B37BC4A41}">
      <dgm:prSet/>
      <dgm:spPr/>
      <dgm:t>
        <a:bodyPr/>
        <a:lstStyle/>
        <a:p>
          <a:endParaRPr lang="en-US"/>
        </a:p>
      </dgm:t>
    </dgm:pt>
    <dgm:pt modelId="{F5D1DA4B-135C-4786-9494-5216C8992E0D}" type="sibTrans" cxnId="{4C2FC612-823C-46CD-9553-630B37BC4A41}">
      <dgm:prSet/>
      <dgm:spPr/>
      <dgm:t>
        <a:bodyPr/>
        <a:lstStyle/>
        <a:p>
          <a:endParaRPr lang="en-US"/>
        </a:p>
      </dgm:t>
    </dgm:pt>
    <dgm:pt modelId="{0AF31DD6-8EE9-47ED-BE58-89712F9F0D6D}">
      <dgm:prSet/>
      <dgm:spPr/>
      <dgm:t>
        <a:bodyPr/>
        <a:lstStyle/>
        <a:p>
          <a:r>
            <a:rPr lang="en-US" b="1"/>
            <a:t>GPU is best for Matrix multiplication, Vector operations, Deep learning, Image processing and Scientific simulations</a:t>
          </a:r>
          <a:endParaRPr lang="en-US"/>
        </a:p>
      </dgm:t>
    </dgm:pt>
    <dgm:pt modelId="{5D6258AF-17F0-44C6-BFAA-F4C8B552AFA9}" type="parTrans" cxnId="{B81D62F8-02B5-44C3-9F18-0880E4947A7B}">
      <dgm:prSet/>
      <dgm:spPr/>
      <dgm:t>
        <a:bodyPr/>
        <a:lstStyle/>
        <a:p>
          <a:endParaRPr lang="en-US"/>
        </a:p>
      </dgm:t>
    </dgm:pt>
    <dgm:pt modelId="{19C01417-E253-483F-AA24-24C09AC1E30F}" type="sibTrans" cxnId="{B81D62F8-02B5-44C3-9F18-0880E4947A7B}">
      <dgm:prSet/>
      <dgm:spPr/>
      <dgm:t>
        <a:bodyPr/>
        <a:lstStyle/>
        <a:p>
          <a:endParaRPr lang="en-US"/>
        </a:p>
      </dgm:t>
    </dgm:pt>
    <dgm:pt modelId="{F6E2812D-FFF8-47C6-AD10-3989749CE8C3}" type="pres">
      <dgm:prSet presAssocID="{FDF225C7-8F15-44EC-8A5D-8EA3324BC0C5}" presName="root" presStyleCnt="0">
        <dgm:presLayoutVars>
          <dgm:dir/>
          <dgm:resizeHandles val="exact"/>
        </dgm:presLayoutVars>
      </dgm:prSet>
      <dgm:spPr/>
    </dgm:pt>
    <dgm:pt modelId="{4B41C376-0A13-4D16-8007-624EBAE9E5EA}" type="pres">
      <dgm:prSet presAssocID="{0BA60777-006B-4676-8165-43E61F3B7805}" presName="compNode" presStyleCnt="0"/>
      <dgm:spPr/>
    </dgm:pt>
    <dgm:pt modelId="{9C164D64-0E55-4156-8BE9-0FCD5AC2A336}" type="pres">
      <dgm:prSet presAssocID="{0BA60777-006B-4676-8165-43E61F3B7805}" presName="bgRect" presStyleLbl="bgShp" presStyleIdx="0" presStyleCnt="3"/>
      <dgm:spPr/>
    </dgm:pt>
    <dgm:pt modelId="{B24DA930-5D41-46B6-8DF1-A602A53B2725}" type="pres">
      <dgm:prSet presAssocID="{0BA60777-006B-4676-8165-43E61F3B780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86A689A-8C86-4661-BB98-0C66CE00404F}" type="pres">
      <dgm:prSet presAssocID="{0BA60777-006B-4676-8165-43E61F3B7805}" presName="spaceRect" presStyleCnt="0"/>
      <dgm:spPr/>
    </dgm:pt>
    <dgm:pt modelId="{9E4F9E3E-7BE1-427E-8B42-0291B8C4B609}" type="pres">
      <dgm:prSet presAssocID="{0BA60777-006B-4676-8165-43E61F3B7805}" presName="parTx" presStyleLbl="revTx" presStyleIdx="0" presStyleCnt="3">
        <dgm:presLayoutVars>
          <dgm:chMax val="0"/>
          <dgm:chPref val="0"/>
        </dgm:presLayoutVars>
      </dgm:prSet>
      <dgm:spPr/>
    </dgm:pt>
    <dgm:pt modelId="{BB24E6E8-E298-4FD2-B2A3-9DEB5B65CE93}" type="pres">
      <dgm:prSet presAssocID="{A1CCE9A7-B671-405E-8C9B-4F035F169600}" presName="sibTrans" presStyleCnt="0"/>
      <dgm:spPr/>
    </dgm:pt>
    <dgm:pt modelId="{12711D7D-07B7-40AC-91A7-44A650687F65}" type="pres">
      <dgm:prSet presAssocID="{F5C1D089-FBF8-4B8C-A1D3-B6C92EAA69E6}" presName="compNode" presStyleCnt="0"/>
      <dgm:spPr/>
    </dgm:pt>
    <dgm:pt modelId="{9C4ADFD7-FFAD-424B-8FDB-8DA31174BFB6}" type="pres">
      <dgm:prSet presAssocID="{F5C1D089-FBF8-4B8C-A1D3-B6C92EAA69E6}" presName="bgRect" presStyleLbl="bgShp" presStyleIdx="1" presStyleCnt="3"/>
      <dgm:spPr/>
    </dgm:pt>
    <dgm:pt modelId="{5C57FF40-1478-4B8A-8168-A886AB2B3D00}" type="pres">
      <dgm:prSet presAssocID="{F5C1D089-FBF8-4B8C-A1D3-B6C92EAA69E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002EB75-BCC7-4FCE-8447-726B84FBC6B9}" type="pres">
      <dgm:prSet presAssocID="{F5C1D089-FBF8-4B8C-A1D3-B6C92EAA69E6}" presName="spaceRect" presStyleCnt="0"/>
      <dgm:spPr/>
    </dgm:pt>
    <dgm:pt modelId="{A91D7D38-4947-4758-B18A-9E0B4537570B}" type="pres">
      <dgm:prSet presAssocID="{F5C1D089-FBF8-4B8C-A1D3-B6C92EAA69E6}" presName="parTx" presStyleLbl="revTx" presStyleIdx="1" presStyleCnt="3">
        <dgm:presLayoutVars>
          <dgm:chMax val="0"/>
          <dgm:chPref val="0"/>
        </dgm:presLayoutVars>
      </dgm:prSet>
      <dgm:spPr/>
    </dgm:pt>
    <dgm:pt modelId="{9A301A96-39AF-4373-9021-D59CD1D92811}" type="pres">
      <dgm:prSet presAssocID="{F5D1DA4B-135C-4786-9494-5216C8992E0D}" presName="sibTrans" presStyleCnt="0"/>
      <dgm:spPr/>
    </dgm:pt>
    <dgm:pt modelId="{6F7CCA06-075E-426C-BAAD-B668844F69A8}" type="pres">
      <dgm:prSet presAssocID="{0AF31DD6-8EE9-47ED-BE58-89712F9F0D6D}" presName="compNode" presStyleCnt="0"/>
      <dgm:spPr/>
    </dgm:pt>
    <dgm:pt modelId="{C6370C21-BF90-478B-9589-72C508422158}" type="pres">
      <dgm:prSet presAssocID="{0AF31DD6-8EE9-47ED-BE58-89712F9F0D6D}" presName="bgRect" presStyleLbl="bgShp" presStyleIdx="2" presStyleCnt="3"/>
      <dgm:spPr/>
    </dgm:pt>
    <dgm:pt modelId="{8A3D1546-9A15-4CE8-8C87-6E54B6FCBF83}" type="pres">
      <dgm:prSet presAssocID="{0AF31DD6-8EE9-47ED-BE58-89712F9F0D6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31CC834-3B3A-4123-A2A1-F7BC083A7A5D}" type="pres">
      <dgm:prSet presAssocID="{0AF31DD6-8EE9-47ED-BE58-89712F9F0D6D}" presName="spaceRect" presStyleCnt="0"/>
      <dgm:spPr/>
    </dgm:pt>
    <dgm:pt modelId="{82BE9ED7-8E37-4D42-AB3A-481316F62E4B}" type="pres">
      <dgm:prSet presAssocID="{0AF31DD6-8EE9-47ED-BE58-89712F9F0D6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04EAC08-D357-476E-8099-18E116C335F3}" type="presOf" srcId="{0AF31DD6-8EE9-47ED-BE58-89712F9F0D6D}" destId="{82BE9ED7-8E37-4D42-AB3A-481316F62E4B}" srcOrd="0" destOrd="0" presId="urn:microsoft.com/office/officeart/2018/2/layout/IconVerticalSolidList"/>
    <dgm:cxn modelId="{4C2FC612-823C-46CD-9553-630B37BC4A41}" srcId="{FDF225C7-8F15-44EC-8A5D-8EA3324BC0C5}" destId="{F5C1D089-FBF8-4B8C-A1D3-B6C92EAA69E6}" srcOrd="1" destOrd="0" parTransId="{56A919D0-693E-4BAC-8568-C4D8B42053D3}" sibTransId="{F5D1DA4B-135C-4786-9494-5216C8992E0D}"/>
    <dgm:cxn modelId="{E2D3A317-45A6-45C9-A58E-FBB3BF4ECDA4}" type="presOf" srcId="{0BA60777-006B-4676-8165-43E61F3B7805}" destId="{9E4F9E3E-7BE1-427E-8B42-0291B8C4B609}" srcOrd="0" destOrd="0" presId="urn:microsoft.com/office/officeart/2018/2/layout/IconVerticalSolidList"/>
    <dgm:cxn modelId="{C0194E3B-F2AE-4E1A-8888-4D3CAB883840}" srcId="{FDF225C7-8F15-44EC-8A5D-8EA3324BC0C5}" destId="{0BA60777-006B-4676-8165-43E61F3B7805}" srcOrd="0" destOrd="0" parTransId="{B31F899E-6929-4DEF-8F81-20942080F651}" sibTransId="{A1CCE9A7-B671-405E-8C9B-4F035F169600}"/>
    <dgm:cxn modelId="{A9AFB171-483D-4C19-A0B3-4796BA5E1DC1}" type="presOf" srcId="{FDF225C7-8F15-44EC-8A5D-8EA3324BC0C5}" destId="{F6E2812D-FFF8-47C6-AD10-3989749CE8C3}" srcOrd="0" destOrd="0" presId="urn:microsoft.com/office/officeart/2018/2/layout/IconVerticalSolidList"/>
    <dgm:cxn modelId="{421526B6-2DBA-4B39-8561-264CB9BCC3FF}" type="presOf" srcId="{F5C1D089-FBF8-4B8C-A1D3-B6C92EAA69E6}" destId="{A91D7D38-4947-4758-B18A-9E0B4537570B}" srcOrd="0" destOrd="0" presId="urn:microsoft.com/office/officeart/2018/2/layout/IconVerticalSolidList"/>
    <dgm:cxn modelId="{B81D62F8-02B5-44C3-9F18-0880E4947A7B}" srcId="{FDF225C7-8F15-44EC-8A5D-8EA3324BC0C5}" destId="{0AF31DD6-8EE9-47ED-BE58-89712F9F0D6D}" srcOrd="2" destOrd="0" parTransId="{5D6258AF-17F0-44C6-BFAA-F4C8B552AFA9}" sibTransId="{19C01417-E253-483F-AA24-24C09AC1E30F}"/>
    <dgm:cxn modelId="{FFF0D3E0-6F87-4C90-9963-FD3640DBC6AD}" type="presParOf" srcId="{F6E2812D-FFF8-47C6-AD10-3989749CE8C3}" destId="{4B41C376-0A13-4D16-8007-624EBAE9E5EA}" srcOrd="0" destOrd="0" presId="urn:microsoft.com/office/officeart/2018/2/layout/IconVerticalSolidList"/>
    <dgm:cxn modelId="{7F9C0E29-0416-444C-ABED-8FE3917EB2D2}" type="presParOf" srcId="{4B41C376-0A13-4D16-8007-624EBAE9E5EA}" destId="{9C164D64-0E55-4156-8BE9-0FCD5AC2A336}" srcOrd="0" destOrd="0" presId="urn:microsoft.com/office/officeart/2018/2/layout/IconVerticalSolidList"/>
    <dgm:cxn modelId="{F2DC540E-84D2-4834-BA07-CCD4BF49C23E}" type="presParOf" srcId="{4B41C376-0A13-4D16-8007-624EBAE9E5EA}" destId="{B24DA930-5D41-46B6-8DF1-A602A53B2725}" srcOrd="1" destOrd="0" presId="urn:microsoft.com/office/officeart/2018/2/layout/IconVerticalSolidList"/>
    <dgm:cxn modelId="{B41DF011-D294-4C1F-A64B-DADE304FD7DC}" type="presParOf" srcId="{4B41C376-0A13-4D16-8007-624EBAE9E5EA}" destId="{586A689A-8C86-4661-BB98-0C66CE00404F}" srcOrd="2" destOrd="0" presId="urn:microsoft.com/office/officeart/2018/2/layout/IconVerticalSolidList"/>
    <dgm:cxn modelId="{A2A13BE1-51FF-4D87-AC4E-0318BA2B3151}" type="presParOf" srcId="{4B41C376-0A13-4D16-8007-624EBAE9E5EA}" destId="{9E4F9E3E-7BE1-427E-8B42-0291B8C4B609}" srcOrd="3" destOrd="0" presId="urn:microsoft.com/office/officeart/2018/2/layout/IconVerticalSolidList"/>
    <dgm:cxn modelId="{9C893FB8-D9F7-48CA-B310-EB62CF346CBB}" type="presParOf" srcId="{F6E2812D-FFF8-47C6-AD10-3989749CE8C3}" destId="{BB24E6E8-E298-4FD2-B2A3-9DEB5B65CE93}" srcOrd="1" destOrd="0" presId="urn:microsoft.com/office/officeart/2018/2/layout/IconVerticalSolidList"/>
    <dgm:cxn modelId="{2A037512-E73F-4324-8DD1-C612FD717F42}" type="presParOf" srcId="{F6E2812D-FFF8-47C6-AD10-3989749CE8C3}" destId="{12711D7D-07B7-40AC-91A7-44A650687F65}" srcOrd="2" destOrd="0" presId="urn:microsoft.com/office/officeart/2018/2/layout/IconVerticalSolidList"/>
    <dgm:cxn modelId="{6EC9FC49-4822-4A18-A5E5-3DDF79FEF8C1}" type="presParOf" srcId="{12711D7D-07B7-40AC-91A7-44A650687F65}" destId="{9C4ADFD7-FFAD-424B-8FDB-8DA31174BFB6}" srcOrd="0" destOrd="0" presId="urn:microsoft.com/office/officeart/2018/2/layout/IconVerticalSolidList"/>
    <dgm:cxn modelId="{60B9444A-D9B7-4B45-B18B-22BA98A716C3}" type="presParOf" srcId="{12711D7D-07B7-40AC-91A7-44A650687F65}" destId="{5C57FF40-1478-4B8A-8168-A886AB2B3D00}" srcOrd="1" destOrd="0" presId="urn:microsoft.com/office/officeart/2018/2/layout/IconVerticalSolidList"/>
    <dgm:cxn modelId="{37A6E675-16F5-4153-B927-29812189D5C0}" type="presParOf" srcId="{12711D7D-07B7-40AC-91A7-44A650687F65}" destId="{6002EB75-BCC7-4FCE-8447-726B84FBC6B9}" srcOrd="2" destOrd="0" presId="urn:microsoft.com/office/officeart/2018/2/layout/IconVerticalSolidList"/>
    <dgm:cxn modelId="{87BD189F-379A-4987-AC63-01BC11EF2B2F}" type="presParOf" srcId="{12711D7D-07B7-40AC-91A7-44A650687F65}" destId="{A91D7D38-4947-4758-B18A-9E0B4537570B}" srcOrd="3" destOrd="0" presId="urn:microsoft.com/office/officeart/2018/2/layout/IconVerticalSolidList"/>
    <dgm:cxn modelId="{5489C0C4-AE8A-48FD-A7F4-854505153883}" type="presParOf" srcId="{F6E2812D-FFF8-47C6-AD10-3989749CE8C3}" destId="{9A301A96-39AF-4373-9021-D59CD1D92811}" srcOrd="3" destOrd="0" presId="urn:microsoft.com/office/officeart/2018/2/layout/IconVerticalSolidList"/>
    <dgm:cxn modelId="{F7491FC8-16EA-467F-A828-EF8FB2CDBB1B}" type="presParOf" srcId="{F6E2812D-FFF8-47C6-AD10-3989749CE8C3}" destId="{6F7CCA06-075E-426C-BAAD-B668844F69A8}" srcOrd="4" destOrd="0" presId="urn:microsoft.com/office/officeart/2018/2/layout/IconVerticalSolidList"/>
    <dgm:cxn modelId="{B8BD9A5B-70C1-4491-8449-C31D0BB0FD65}" type="presParOf" srcId="{6F7CCA06-075E-426C-BAAD-B668844F69A8}" destId="{C6370C21-BF90-478B-9589-72C508422158}" srcOrd="0" destOrd="0" presId="urn:microsoft.com/office/officeart/2018/2/layout/IconVerticalSolidList"/>
    <dgm:cxn modelId="{0575A94C-2058-4CE9-9090-D42DCF643453}" type="presParOf" srcId="{6F7CCA06-075E-426C-BAAD-B668844F69A8}" destId="{8A3D1546-9A15-4CE8-8C87-6E54B6FCBF83}" srcOrd="1" destOrd="0" presId="urn:microsoft.com/office/officeart/2018/2/layout/IconVerticalSolidList"/>
    <dgm:cxn modelId="{9AC2E831-ACC9-40F7-B88B-832B849908FA}" type="presParOf" srcId="{6F7CCA06-075E-426C-BAAD-B668844F69A8}" destId="{C31CC834-3B3A-4123-A2A1-F7BC083A7A5D}" srcOrd="2" destOrd="0" presId="urn:microsoft.com/office/officeart/2018/2/layout/IconVerticalSolidList"/>
    <dgm:cxn modelId="{96E91D8F-11CC-4163-B942-DD72A003F23C}" type="presParOf" srcId="{6F7CCA06-075E-426C-BAAD-B668844F69A8}" destId="{82BE9ED7-8E37-4D42-AB3A-481316F62E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CC7103-D1C0-4F09-89AF-2BCE6F66F7B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E8F0336-7714-42B8-AB3C-AD6E399CE138}">
      <dgm:prSet/>
      <dgm:spPr/>
      <dgm:t>
        <a:bodyPr/>
        <a:lstStyle/>
        <a:p>
          <a:pPr>
            <a:defRPr b="1"/>
          </a:pPr>
          <a:r>
            <a:rPr lang="en-US"/>
            <a:t>Use </a:t>
          </a:r>
          <a:r>
            <a:rPr lang="en-US" b="1"/>
            <a:t>CPU</a:t>
          </a:r>
          <a:r>
            <a:rPr lang="en-US"/>
            <a:t> when:</a:t>
          </a:r>
        </a:p>
      </dgm:t>
    </dgm:pt>
    <dgm:pt modelId="{44829CDD-7486-47EA-B4F5-D593BDA3F095}" type="parTrans" cxnId="{BEE9FA3C-8359-407F-81AE-242C39EB04A9}">
      <dgm:prSet/>
      <dgm:spPr/>
      <dgm:t>
        <a:bodyPr/>
        <a:lstStyle/>
        <a:p>
          <a:endParaRPr lang="en-US"/>
        </a:p>
      </dgm:t>
    </dgm:pt>
    <dgm:pt modelId="{706D04BA-49D7-4890-A9EA-1B64A78EEF01}" type="sibTrans" cxnId="{BEE9FA3C-8359-407F-81AE-242C39EB04A9}">
      <dgm:prSet/>
      <dgm:spPr/>
      <dgm:t>
        <a:bodyPr/>
        <a:lstStyle/>
        <a:p>
          <a:endParaRPr lang="en-US"/>
        </a:p>
      </dgm:t>
    </dgm:pt>
    <dgm:pt modelId="{05AE5047-634D-4F99-AB26-06C7FC3D8ABF}">
      <dgm:prSet/>
      <dgm:spPr/>
      <dgm:t>
        <a:bodyPr/>
        <a:lstStyle/>
        <a:p>
          <a:r>
            <a:rPr lang="en-US"/>
            <a:t>Running OS-level programs</a:t>
          </a:r>
        </a:p>
      </dgm:t>
    </dgm:pt>
    <dgm:pt modelId="{CE2922E9-1401-4008-B381-E125401E39D5}" type="parTrans" cxnId="{A4B500C9-4204-4D65-A488-C4A410551B49}">
      <dgm:prSet/>
      <dgm:spPr/>
      <dgm:t>
        <a:bodyPr/>
        <a:lstStyle/>
        <a:p>
          <a:endParaRPr lang="en-US"/>
        </a:p>
      </dgm:t>
    </dgm:pt>
    <dgm:pt modelId="{1E7F61AA-6AEC-45A5-8AEE-415822F64FB3}" type="sibTrans" cxnId="{A4B500C9-4204-4D65-A488-C4A410551B49}">
      <dgm:prSet/>
      <dgm:spPr/>
      <dgm:t>
        <a:bodyPr/>
        <a:lstStyle/>
        <a:p>
          <a:endParaRPr lang="en-US"/>
        </a:p>
      </dgm:t>
    </dgm:pt>
    <dgm:pt modelId="{265F845F-415A-4D8E-AA5E-5BD170EBDEDC}">
      <dgm:prSet/>
      <dgm:spPr/>
      <dgm:t>
        <a:bodyPr/>
        <a:lstStyle/>
        <a:p>
          <a:r>
            <a:rPr lang="en-US"/>
            <a:t>Light workloads</a:t>
          </a:r>
        </a:p>
      </dgm:t>
    </dgm:pt>
    <dgm:pt modelId="{98C11462-00AA-45A8-85DF-486044ED23DC}" type="parTrans" cxnId="{9B39A342-1FB5-438C-9602-6DB4E154BFDD}">
      <dgm:prSet/>
      <dgm:spPr/>
      <dgm:t>
        <a:bodyPr/>
        <a:lstStyle/>
        <a:p>
          <a:endParaRPr lang="en-US"/>
        </a:p>
      </dgm:t>
    </dgm:pt>
    <dgm:pt modelId="{5909E703-FD0D-4948-8F80-A8D3FF83F4FC}" type="sibTrans" cxnId="{9B39A342-1FB5-438C-9602-6DB4E154BFDD}">
      <dgm:prSet/>
      <dgm:spPr/>
      <dgm:t>
        <a:bodyPr/>
        <a:lstStyle/>
        <a:p>
          <a:endParaRPr lang="en-US"/>
        </a:p>
      </dgm:t>
    </dgm:pt>
    <dgm:pt modelId="{9EC23B92-5CDA-4BD4-BB91-1F116C610694}">
      <dgm:prSet/>
      <dgm:spPr/>
      <dgm:t>
        <a:bodyPr/>
        <a:lstStyle/>
        <a:p>
          <a:r>
            <a:rPr lang="en-US"/>
            <a:t>Decision-oriented logic</a:t>
          </a:r>
        </a:p>
      </dgm:t>
    </dgm:pt>
    <dgm:pt modelId="{3DF007CB-899A-4926-ACD0-86A82996051A}" type="parTrans" cxnId="{001FE19C-DA87-4720-BDB5-4FD5B88A5AD3}">
      <dgm:prSet/>
      <dgm:spPr/>
      <dgm:t>
        <a:bodyPr/>
        <a:lstStyle/>
        <a:p>
          <a:endParaRPr lang="en-US"/>
        </a:p>
      </dgm:t>
    </dgm:pt>
    <dgm:pt modelId="{6DAFB129-9BAA-4A02-A61A-258C9203C167}" type="sibTrans" cxnId="{001FE19C-DA87-4720-BDB5-4FD5B88A5AD3}">
      <dgm:prSet/>
      <dgm:spPr/>
      <dgm:t>
        <a:bodyPr/>
        <a:lstStyle/>
        <a:p>
          <a:endParaRPr lang="en-US"/>
        </a:p>
      </dgm:t>
    </dgm:pt>
    <dgm:pt modelId="{B224B212-8784-44AC-9C11-740837BC0F49}">
      <dgm:prSet/>
      <dgm:spPr/>
      <dgm:t>
        <a:bodyPr/>
        <a:lstStyle/>
        <a:p>
          <a:r>
            <a:rPr lang="en-US"/>
            <a:t>Small ML models</a:t>
          </a:r>
        </a:p>
      </dgm:t>
    </dgm:pt>
    <dgm:pt modelId="{2ED66990-7800-4106-8037-1A6523F7D548}" type="parTrans" cxnId="{A270C28D-DD8C-414A-8F23-2B3A6524F2BB}">
      <dgm:prSet/>
      <dgm:spPr/>
      <dgm:t>
        <a:bodyPr/>
        <a:lstStyle/>
        <a:p>
          <a:endParaRPr lang="en-US"/>
        </a:p>
      </dgm:t>
    </dgm:pt>
    <dgm:pt modelId="{3D800184-AB90-4BDC-B192-38B066611384}" type="sibTrans" cxnId="{A270C28D-DD8C-414A-8F23-2B3A6524F2BB}">
      <dgm:prSet/>
      <dgm:spPr/>
      <dgm:t>
        <a:bodyPr/>
        <a:lstStyle/>
        <a:p>
          <a:endParaRPr lang="en-US"/>
        </a:p>
      </dgm:t>
    </dgm:pt>
    <dgm:pt modelId="{B625784F-6142-41B9-AD59-1F60E7551DE1}">
      <dgm:prSet/>
      <dgm:spPr/>
      <dgm:t>
        <a:bodyPr/>
        <a:lstStyle/>
        <a:p>
          <a:r>
            <a:rPr lang="en-US"/>
            <a:t>Model inference on small inputs</a:t>
          </a:r>
        </a:p>
      </dgm:t>
    </dgm:pt>
    <dgm:pt modelId="{AB66A2B6-390F-4CFD-A4C7-8D74F7A0B34C}" type="parTrans" cxnId="{5C8F02B1-1BD9-43F9-A2C2-8DA633229890}">
      <dgm:prSet/>
      <dgm:spPr/>
      <dgm:t>
        <a:bodyPr/>
        <a:lstStyle/>
        <a:p>
          <a:endParaRPr lang="en-US"/>
        </a:p>
      </dgm:t>
    </dgm:pt>
    <dgm:pt modelId="{2CC20372-6228-4285-9333-1241B472C06D}" type="sibTrans" cxnId="{5C8F02B1-1BD9-43F9-A2C2-8DA633229890}">
      <dgm:prSet/>
      <dgm:spPr/>
      <dgm:t>
        <a:bodyPr/>
        <a:lstStyle/>
        <a:p>
          <a:endParaRPr lang="en-US"/>
        </a:p>
      </dgm:t>
    </dgm:pt>
    <dgm:pt modelId="{5FE7CA71-29E2-4E05-8A93-52FC6F4B4AD0}">
      <dgm:prSet/>
      <dgm:spPr/>
      <dgm:t>
        <a:bodyPr/>
        <a:lstStyle/>
        <a:p>
          <a:pPr>
            <a:defRPr b="1"/>
          </a:pPr>
          <a:r>
            <a:rPr lang="en-US"/>
            <a:t>Use </a:t>
          </a:r>
          <a:r>
            <a:rPr lang="en-US" b="1"/>
            <a:t>GPU</a:t>
          </a:r>
          <a:r>
            <a:rPr lang="en-US"/>
            <a:t> when:</a:t>
          </a:r>
        </a:p>
      </dgm:t>
    </dgm:pt>
    <dgm:pt modelId="{4A2ED92C-0C79-4A4F-A4BD-23F5280AA212}" type="parTrans" cxnId="{5F5FB122-8988-4369-B7C2-69B0E98092BE}">
      <dgm:prSet/>
      <dgm:spPr/>
      <dgm:t>
        <a:bodyPr/>
        <a:lstStyle/>
        <a:p>
          <a:endParaRPr lang="en-US"/>
        </a:p>
      </dgm:t>
    </dgm:pt>
    <dgm:pt modelId="{921BEDB7-40AD-46A2-9A99-E5BF66764FA3}" type="sibTrans" cxnId="{5F5FB122-8988-4369-B7C2-69B0E98092BE}">
      <dgm:prSet/>
      <dgm:spPr/>
      <dgm:t>
        <a:bodyPr/>
        <a:lstStyle/>
        <a:p>
          <a:endParaRPr lang="en-US"/>
        </a:p>
      </dgm:t>
    </dgm:pt>
    <dgm:pt modelId="{D3AA7425-8149-4706-9677-058F79E212B4}">
      <dgm:prSet/>
      <dgm:spPr/>
      <dgm:t>
        <a:bodyPr/>
        <a:lstStyle/>
        <a:p>
          <a:r>
            <a:rPr lang="en-US"/>
            <a:t>Training deep learning models</a:t>
          </a:r>
        </a:p>
      </dgm:t>
    </dgm:pt>
    <dgm:pt modelId="{7D919C87-7CF6-4D80-932D-896FBC0DB0B2}" type="parTrans" cxnId="{376C94AE-DFD0-498E-AACD-B69F87C9774E}">
      <dgm:prSet/>
      <dgm:spPr/>
      <dgm:t>
        <a:bodyPr/>
        <a:lstStyle/>
        <a:p>
          <a:endParaRPr lang="en-US"/>
        </a:p>
      </dgm:t>
    </dgm:pt>
    <dgm:pt modelId="{B022F4F0-0F4A-42B5-8374-323856ED3820}" type="sibTrans" cxnId="{376C94AE-DFD0-498E-AACD-B69F87C9774E}">
      <dgm:prSet/>
      <dgm:spPr/>
      <dgm:t>
        <a:bodyPr/>
        <a:lstStyle/>
        <a:p>
          <a:endParaRPr lang="en-US"/>
        </a:p>
      </dgm:t>
    </dgm:pt>
    <dgm:pt modelId="{B172A666-81FE-44E8-8520-70F3598C79D8}">
      <dgm:prSet/>
      <dgm:spPr/>
      <dgm:t>
        <a:bodyPr/>
        <a:lstStyle/>
        <a:p>
          <a:r>
            <a:rPr lang="en-US"/>
            <a:t>Processing large datasets</a:t>
          </a:r>
        </a:p>
      </dgm:t>
    </dgm:pt>
    <dgm:pt modelId="{D97C9A84-B7FA-49E4-834A-BB4709DFCFE1}" type="parTrans" cxnId="{A48A5972-65D4-47C7-9B27-45994823B107}">
      <dgm:prSet/>
      <dgm:spPr/>
      <dgm:t>
        <a:bodyPr/>
        <a:lstStyle/>
        <a:p>
          <a:endParaRPr lang="en-US"/>
        </a:p>
      </dgm:t>
    </dgm:pt>
    <dgm:pt modelId="{87BC88F8-DBAE-45C9-ABC7-09E2E95C3ECC}" type="sibTrans" cxnId="{A48A5972-65D4-47C7-9B27-45994823B107}">
      <dgm:prSet/>
      <dgm:spPr/>
      <dgm:t>
        <a:bodyPr/>
        <a:lstStyle/>
        <a:p>
          <a:endParaRPr lang="en-US"/>
        </a:p>
      </dgm:t>
    </dgm:pt>
    <dgm:pt modelId="{A1BB9662-5CA4-4056-891F-CE6BB7A00930}">
      <dgm:prSet/>
      <dgm:spPr/>
      <dgm:t>
        <a:bodyPr/>
        <a:lstStyle/>
        <a:p>
          <a:r>
            <a:rPr lang="en-US"/>
            <a:t>Performing matrix-heavy operations</a:t>
          </a:r>
        </a:p>
      </dgm:t>
    </dgm:pt>
    <dgm:pt modelId="{47367E6F-3759-4C21-949D-EA87B8BE8BF5}" type="parTrans" cxnId="{5B34FE3F-06E9-4D6F-B98B-63E53CA816E0}">
      <dgm:prSet/>
      <dgm:spPr/>
      <dgm:t>
        <a:bodyPr/>
        <a:lstStyle/>
        <a:p>
          <a:endParaRPr lang="en-US"/>
        </a:p>
      </dgm:t>
    </dgm:pt>
    <dgm:pt modelId="{4AE8894C-9C08-43A4-88F7-1076952E1BFE}" type="sibTrans" cxnId="{5B34FE3F-06E9-4D6F-B98B-63E53CA816E0}">
      <dgm:prSet/>
      <dgm:spPr/>
      <dgm:t>
        <a:bodyPr/>
        <a:lstStyle/>
        <a:p>
          <a:endParaRPr lang="en-US"/>
        </a:p>
      </dgm:t>
    </dgm:pt>
    <dgm:pt modelId="{E0CBD60F-0883-472B-B52C-2D54A1C4BBD2}">
      <dgm:prSet/>
      <dgm:spPr/>
      <dgm:t>
        <a:bodyPr/>
        <a:lstStyle/>
        <a:p>
          <a:r>
            <a:rPr lang="en-US"/>
            <a:t>Running computer vision models</a:t>
          </a:r>
        </a:p>
      </dgm:t>
    </dgm:pt>
    <dgm:pt modelId="{D66FDF17-674D-4639-93DF-B7A7DD1FB6E4}" type="parTrans" cxnId="{0D7744E0-B2D6-4492-B172-5924C2A42E85}">
      <dgm:prSet/>
      <dgm:spPr/>
      <dgm:t>
        <a:bodyPr/>
        <a:lstStyle/>
        <a:p>
          <a:endParaRPr lang="en-US"/>
        </a:p>
      </dgm:t>
    </dgm:pt>
    <dgm:pt modelId="{FA3B63C8-C662-4116-90DD-2A3F62D2C277}" type="sibTrans" cxnId="{0D7744E0-B2D6-4492-B172-5924C2A42E85}">
      <dgm:prSet/>
      <dgm:spPr/>
      <dgm:t>
        <a:bodyPr/>
        <a:lstStyle/>
        <a:p>
          <a:endParaRPr lang="en-US"/>
        </a:p>
      </dgm:t>
    </dgm:pt>
    <dgm:pt modelId="{1D5EB16A-3878-4B0A-92CE-CA62297B3DA6}">
      <dgm:prSet/>
      <dgm:spPr/>
      <dgm:t>
        <a:bodyPr/>
        <a:lstStyle/>
        <a:p>
          <a:r>
            <a:rPr lang="en-US"/>
            <a:t>Doing parallel simulations</a:t>
          </a:r>
        </a:p>
      </dgm:t>
    </dgm:pt>
    <dgm:pt modelId="{F170388A-0B49-450B-AEA6-B09C9FD90CCC}" type="parTrans" cxnId="{8F38BC9C-EC60-430D-AA16-FF210B4F4F5D}">
      <dgm:prSet/>
      <dgm:spPr/>
      <dgm:t>
        <a:bodyPr/>
        <a:lstStyle/>
        <a:p>
          <a:endParaRPr lang="en-US"/>
        </a:p>
      </dgm:t>
    </dgm:pt>
    <dgm:pt modelId="{660BB776-56B3-4A59-8042-7C83B42257A3}" type="sibTrans" cxnId="{8F38BC9C-EC60-430D-AA16-FF210B4F4F5D}">
      <dgm:prSet/>
      <dgm:spPr/>
      <dgm:t>
        <a:bodyPr/>
        <a:lstStyle/>
        <a:p>
          <a:endParaRPr lang="en-US"/>
        </a:p>
      </dgm:t>
    </dgm:pt>
    <dgm:pt modelId="{7C8D7C20-4428-4BD9-A274-936A5E432242}" type="pres">
      <dgm:prSet presAssocID="{3DCC7103-D1C0-4F09-89AF-2BCE6F66F7BE}" presName="root" presStyleCnt="0">
        <dgm:presLayoutVars>
          <dgm:dir/>
          <dgm:resizeHandles val="exact"/>
        </dgm:presLayoutVars>
      </dgm:prSet>
      <dgm:spPr/>
    </dgm:pt>
    <dgm:pt modelId="{714635C5-460A-49AC-AAF9-57B24BFD9770}" type="pres">
      <dgm:prSet presAssocID="{DE8F0336-7714-42B8-AB3C-AD6E399CE138}" presName="compNode" presStyleCnt="0"/>
      <dgm:spPr/>
    </dgm:pt>
    <dgm:pt modelId="{DF57965F-E4A3-4A5B-82E9-0A05DFE06C9C}" type="pres">
      <dgm:prSet presAssocID="{DE8F0336-7714-42B8-AB3C-AD6E399CE13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239A302-2731-4C82-82B2-E93881F2BC3D}" type="pres">
      <dgm:prSet presAssocID="{DE8F0336-7714-42B8-AB3C-AD6E399CE138}" presName="iconSpace" presStyleCnt="0"/>
      <dgm:spPr/>
    </dgm:pt>
    <dgm:pt modelId="{31CE9DCD-D803-447B-9882-D84AD6C7ACC2}" type="pres">
      <dgm:prSet presAssocID="{DE8F0336-7714-42B8-AB3C-AD6E399CE138}" presName="parTx" presStyleLbl="revTx" presStyleIdx="0" presStyleCnt="4">
        <dgm:presLayoutVars>
          <dgm:chMax val="0"/>
          <dgm:chPref val="0"/>
        </dgm:presLayoutVars>
      </dgm:prSet>
      <dgm:spPr/>
    </dgm:pt>
    <dgm:pt modelId="{D1280ABD-B606-4168-93E3-585D9F42D7C6}" type="pres">
      <dgm:prSet presAssocID="{DE8F0336-7714-42B8-AB3C-AD6E399CE138}" presName="txSpace" presStyleCnt="0"/>
      <dgm:spPr/>
    </dgm:pt>
    <dgm:pt modelId="{53B1E793-2F12-4C11-8CC4-E33DFDA68CED}" type="pres">
      <dgm:prSet presAssocID="{DE8F0336-7714-42B8-AB3C-AD6E399CE138}" presName="desTx" presStyleLbl="revTx" presStyleIdx="1" presStyleCnt="4">
        <dgm:presLayoutVars/>
      </dgm:prSet>
      <dgm:spPr/>
    </dgm:pt>
    <dgm:pt modelId="{037D19C6-DD3B-45C8-B7D6-9AE0C62217C8}" type="pres">
      <dgm:prSet presAssocID="{706D04BA-49D7-4890-A9EA-1B64A78EEF01}" presName="sibTrans" presStyleCnt="0"/>
      <dgm:spPr/>
    </dgm:pt>
    <dgm:pt modelId="{AF33A0C9-04D0-4B74-9173-5969A6EABDC2}" type="pres">
      <dgm:prSet presAssocID="{5FE7CA71-29E2-4E05-8A93-52FC6F4B4AD0}" presName="compNode" presStyleCnt="0"/>
      <dgm:spPr/>
    </dgm:pt>
    <dgm:pt modelId="{8390BE3C-EE7F-4618-96C4-DD5A811F326C}" type="pres">
      <dgm:prSet presAssocID="{5FE7CA71-29E2-4E05-8A93-52FC6F4B4AD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22D6465-EAC4-41CD-A537-99B1266436B1}" type="pres">
      <dgm:prSet presAssocID="{5FE7CA71-29E2-4E05-8A93-52FC6F4B4AD0}" presName="iconSpace" presStyleCnt="0"/>
      <dgm:spPr/>
    </dgm:pt>
    <dgm:pt modelId="{3E5B3098-A963-4F0B-8A3C-ED42FA7BC596}" type="pres">
      <dgm:prSet presAssocID="{5FE7CA71-29E2-4E05-8A93-52FC6F4B4AD0}" presName="parTx" presStyleLbl="revTx" presStyleIdx="2" presStyleCnt="4">
        <dgm:presLayoutVars>
          <dgm:chMax val="0"/>
          <dgm:chPref val="0"/>
        </dgm:presLayoutVars>
      </dgm:prSet>
      <dgm:spPr/>
    </dgm:pt>
    <dgm:pt modelId="{D94538FB-876F-4237-A0E1-8825A9A70DA4}" type="pres">
      <dgm:prSet presAssocID="{5FE7CA71-29E2-4E05-8A93-52FC6F4B4AD0}" presName="txSpace" presStyleCnt="0"/>
      <dgm:spPr/>
    </dgm:pt>
    <dgm:pt modelId="{BDB25238-08A9-458D-8FBA-353180B5AC28}" type="pres">
      <dgm:prSet presAssocID="{5FE7CA71-29E2-4E05-8A93-52FC6F4B4AD0}" presName="desTx" presStyleLbl="revTx" presStyleIdx="3" presStyleCnt="4">
        <dgm:presLayoutVars/>
      </dgm:prSet>
      <dgm:spPr/>
    </dgm:pt>
  </dgm:ptLst>
  <dgm:cxnLst>
    <dgm:cxn modelId="{5F5FB122-8988-4369-B7C2-69B0E98092BE}" srcId="{3DCC7103-D1C0-4F09-89AF-2BCE6F66F7BE}" destId="{5FE7CA71-29E2-4E05-8A93-52FC6F4B4AD0}" srcOrd="1" destOrd="0" parTransId="{4A2ED92C-0C79-4A4F-A4BD-23F5280AA212}" sibTransId="{921BEDB7-40AD-46A2-9A99-E5BF66764FA3}"/>
    <dgm:cxn modelId="{A738FB24-424B-4E19-9010-3FC1829E09D8}" type="presOf" srcId="{3DCC7103-D1C0-4F09-89AF-2BCE6F66F7BE}" destId="{7C8D7C20-4428-4BD9-A274-936A5E432242}" srcOrd="0" destOrd="0" presId="urn:microsoft.com/office/officeart/2018/5/layout/CenteredIconLabelDescriptionList"/>
    <dgm:cxn modelId="{C10AF631-54B5-4C1C-91E8-51B1F5942179}" type="presOf" srcId="{05AE5047-634D-4F99-AB26-06C7FC3D8ABF}" destId="{53B1E793-2F12-4C11-8CC4-E33DFDA68CED}" srcOrd="0" destOrd="0" presId="urn:microsoft.com/office/officeart/2018/5/layout/CenteredIconLabelDescriptionList"/>
    <dgm:cxn modelId="{2C19D639-71FA-42CD-A0D8-113276F07096}" type="presOf" srcId="{D3AA7425-8149-4706-9677-058F79E212B4}" destId="{BDB25238-08A9-458D-8FBA-353180B5AC28}" srcOrd="0" destOrd="0" presId="urn:microsoft.com/office/officeart/2018/5/layout/CenteredIconLabelDescriptionList"/>
    <dgm:cxn modelId="{BEE9FA3C-8359-407F-81AE-242C39EB04A9}" srcId="{3DCC7103-D1C0-4F09-89AF-2BCE6F66F7BE}" destId="{DE8F0336-7714-42B8-AB3C-AD6E399CE138}" srcOrd="0" destOrd="0" parTransId="{44829CDD-7486-47EA-B4F5-D593BDA3F095}" sibTransId="{706D04BA-49D7-4890-A9EA-1B64A78EEF01}"/>
    <dgm:cxn modelId="{5B34FE3F-06E9-4D6F-B98B-63E53CA816E0}" srcId="{5FE7CA71-29E2-4E05-8A93-52FC6F4B4AD0}" destId="{A1BB9662-5CA4-4056-891F-CE6BB7A00930}" srcOrd="2" destOrd="0" parTransId="{47367E6F-3759-4C21-949D-EA87B8BE8BF5}" sibTransId="{4AE8894C-9C08-43A4-88F7-1076952E1BFE}"/>
    <dgm:cxn modelId="{B0866D5F-4EB9-46F2-9E1B-863F75159800}" type="presOf" srcId="{5FE7CA71-29E2-4E05-8A93-52FC6F4B4AD0}" destId="{3E5B3098-A963-4F0B-8A3C-ED42FA7BC596}" srcOrd="0" destOrd="0" presId="urn:microsoft.com/office/officeart/2018/5/layout/CenteredIconLabelDescriptionList"/>
    <dgm:cxn modelId="{9B39A342-1FB5-438C-9602-6DB4E154BFDD}" srcId="{DE8F0336-7714-42B8-AB3C-AD6E399CE138}" destId="{265F845F-415A-4D8E-AA5E-5BD170EBDEDC}" srcOrd="1" destOrd="0" parTransId="{98C11462-00AA-45A8-85DF-486044ED23DC}" sibTransId="{5909E703-FD0D-4948-8F80-A8D3FF83F4FC}"/>
    <dgm:cxn modelId="{A48A5972-65D4-47C7-9B27-45994823B107}" srcId="{5FE7CA71-29E2-4E05-8A93-52FC6F4B4AD0}" destId="{B172A666-81FE-44E8-8520-70F3598C79D8}" srcOrd="1" destOrd="0" parTransId="{D97C9A84-B7FA-49E4-834A-BB4709DFCFE1}" sibTransId="{87BC88F8-DBAE-45C9-ABC7-09E2E95C3ECC}"/>
    <dgm:cxn modelId="{2DF7E773-CBB0-494B-8076-A861690E296E}" type="presOf" srcId="{265F845F-415A-4D8E-AA5E-5BD170EBDEDC}" destId="{53B1E793-2F12-4C11-8CC4-E33DFDA68CED}" srcOrd="0" destOrd="1" presId="urn:microsoft.com/office/officeart/2018/5/layout/CenteredIconLabelDescriptionList"/>
    <dgm:cxn modelId="{5570A558-2668-4316-A64A-0AF27534B82C}" type="presOf" srcId="{E0CBD60F-0883-472B-B52C-2D54A1C4BBD2}" destId="{BDB25238-08A9-458D-8FBA-353180B5AC28}" srcOrd="0" destOrd="3" presId="urn:microsoft.com/office/officeart/2018/5/layout/CenteredIconLabelDescriptionList"/>
    <dgm:cxn modelId="{A270C28D-DD8C-414A-8F23-2B3A6524F2BB}" srcId="{DE8F0336-7714-42B8-AB3C-AD6E399CE138}" destId="{B224B212-8784-44AC-9C11-740837BC0F49}" srcOrd="3" destOrd="0" parTransId="{2ED66990-7800-4106-8037-1A6523F7D548}" sibTransId="{3D800184-AB90-4BDC-B192-38B066611384}"/>
    <dgm:cxn modelId="{8F38BC9C-EC60-430D-AA16-FF210B4F4F5D}" srcId="{5FE7CA71-29E2-4E05-8A93-52FC6F4B4AD0}" destId="{1D5EB16A-3878-4B0A-92CE-CA62297B3DA6}" srcOrd="4" destOrd="0" parTransId="{F170388A-0B49-450B-AEA6-B09C9FD90CCC}" sibTransId="{660BB776-56B3-4A59-8042-7C83B42257A3}"/>
    <dgm:cxn modelId="{001FE19C-DA87-4720-BDB5-4FD5B88A5AD3}" srcId="{DE8F0336-7714-42B8-AB3C-AD6E399CE138}" destId="{9EC23B92-5CDA-4BD4-BB91-1F116C610694}" srcOrd="2" destOrd="0" parTransId="{3DF007CB-899A-4926-ACD0-86A82996051A}" sibTransId="{6DAFB129-9BAA-4A02-A61A-258C9203C167}"/>
    <dgm:cxn modelId="{BFDC28A0-48F0-411B-B5D2-0230E0181E01}" type="presOf" srcId="{B172A666-81FE-44E8-8520-70F3598C79D8}" destId="{BDB25238-08A9-458D-8FBA-353180B5AC28}" srcOrd="0" destOrd="1" presId="urn:microsoft.com/office/officeart/2018/5/layout/CenteredIconLabelDescriptionList"/>
    <dgm:cxn modelId="{C65E70A9-BE23-4471-9873-440BF5E25470}" type="presOf" srcId="{DE8F0336-7714-42B8-AB3C-AD6E399CE138}" destId="{31CE9DCD-D803-447B-9882-D84AD6C7ACC2}" srcOrd="0" destOrd="0" presId="urn:microsoft.com/office/officeart/2018/5/layout/CenteredIconLabelDescriptionList"/>
    <dgm:cxn modelId="{E60E21AD-51C8-4015-B10B-76D0837A6CC2}" type="presOf" srcId="{B224B212-8784-44AC-9C11-740837BC0F49}" destId="{53B1E793-2F12-4C11-8CC4-E33DFDA68CED}" srcOrd="0" destOrd="3" presId="urn:microsoft.com/office/officeart/2018/5/layout/CenteredIconLabelDescriptionList"/>
    <dgm:cxn modelId="{376C94AE-DFD0-498E-AACD-B69F87C9774E}" srcId="{5FE7CA71-29E2-4E05-8A93-52FC6F4B4AD0}" destId="{D3AA7425-8149-4706-9677-058F79E212B4}" srcOrd="0" destOrd="0" parTransId="{7D919C87-7CF6-4D80-932D-896FBC0DB0B2}" sibTransId="{B022F4F0-0F4A-42B5-8374-323856ED3820}"/>
    <dgm:cxn modelId="{5C8F02B1-1BD9-43F9-A2C2-8DA633229890}" srcId="{DE8F0336-7714-42B8-AB3C-AD6E399CE138}" destId="{B625784F-6142-41B9-AD59-1F60E7551DE1}" srcOrd="4" destOrd="0" parTransId="{AB66A2B6-390F-4CFD-A4C7-8D74F7A0B34C}" sibTransId="{2CC20372-6228-4285-9333-1241B472C06D}"/>
    <dgm:cxn modelId="{A5777AB6-8E09-4206-90BE-057CEA33A896}" type="presOf" srcId="{B625784F-6142-41B9-AD59-1F60E7551DE1}" destId="{53B1E793-2F12-4C11-8CC4-E33DFDA68CED}" srcOrd="0" destOrd="4" presId="urn:microsoft.com/office/officeart/2018/5/layout/CenteredIconLabelDescriptionList"/>
    <dgm:cxn modelId="{A4B500C9-4204-4D65-A488-C4A410551B49}" srcId="{DE8F0336-7714-42B8-AB3C-AD6E399CE138}" destId="{05AE5047-634D-4F99-AB26-06C7FC3D8ABF}" srcOrd="0" destOrd="0" parTransId="{CE2922E9-1401-4008-B381-E125401E39D5}" sibTransId="{1E7F61AA-6AEC-45A5-8AEE-415822F64FB3}"/>
    <dgm:cxn modelId="{9A7D53CC-CD34-4D20-9EB3-8272B44E1562}" type="presOf" srcId="{9EC23B92-5CDA-4BD4-BB91-1F116C610694}" destId="{53B1E793-2F12-4C11-8CC4-E33DFDA68CED}" srcOrd="0" destOrd="2" presId="urn:microsoft.com/office/officeart/2018/5/layout/CenteredIconLabelDescriptionList"/>
    <dgm:cxn modelId="{0D7744E0-B2D6-4492-B172-5924C2A42E85}" srcId="{5FE7CA71-29E2-4E05-8A93-52FC6F4B4AD0}" destId="{E0CBD60F-0883-472B-B52C-2D54A1C4BBD2}" srcOrd="3" destOrd="0" parTransId="{D66FDF17-674D-4639-93DF-B7A7DD1FB6E4}" sibTransId="{FA3B63C8-C662-4116-90DD-2A3F62D2C277}"/>
    <dgm:cxn modelId="{9FCEB3F4-9CE2-46FD-AAD5-C6BAC6077FF7}" type="presOf" srcId="{A1BB9662-5CA4-4056-891F-CE6BB7A00930}" destId="{BDB25238-08A9-458D-8FBA-353180B5AC28}" srcOrd="0" destOrd="2" presId="urn:microsoft.com/office/officeart/2018/5/layout/CenteredIconLabelDescriptionList"/>
    <dgm:cxn modelId="{AD239CFF-646E-4488-A2A9-43870A809098}" type="presOf" srcId="{1D5EB16A-3878-4B0A-92CE-CA62297B3DA6}" destId="{BDB25238-08A9-458D-8FBA-353180B5AC28}" srcOrd="0" destOrd="4" presId="urn:microsoft.com/office/officeart/2018/5/layout/CenteredIconLabelDescriptionList"/>
    <dgm:cxn modelId="{D66A9804-7940-4267-ADBA-EEB5B84F9DE7}" type="presParOf" srcId="{7C8D7C20-4428-4BD9-A274-936A5E432242}" destId="{714635C5-460A-49AC-AAF9-57B24BFD9770}" srcOrd="0" destOrd="0" presId="urn:microsoft.com/office/officeart/2018/5/layout/CenteredIconLabelDescriptionList"/>
    <dgm:cxn modelId="{67A2F934-AE47-4813-84B8-32B6006E9EA4}" type="presParOf" srcId="{714635C5-460A-49AC-AAF9-57B24BFD9770}" destId="{DF57965F-E4A3-4A5B-82E9-0A05DFE06C9C}" srcOrd="0" destOrd="0" presId="urn:microsoft.com/office/officeart/2018/5/layout/CenteredIconLabelDescriptionList"/>
    <dgm:cxn modelId="{F7ECB316-A362-4015-8B54-667F05335761}" type="presParOf" srcId="{714635C5-460A-49AC-AAF9-57B24BFD9770}" destId="{3239A302-2731-4C82-82B2-E93881F2BC3D}" srcOrd="1" destOrd="0" presId="urn:microsoft.com/office/officeart/2018/5/layout/CenteredIconLabelDescriptionList"/>
    <dgm:cxn modelId="{862C662C-2072-4AC4-A8D2-8ABA46B0C594}" type="presParOf" srcId="{714635C5-460A-49AC-AAF9-57B24BFD9770}" destId="{31CE9DCD-D803-447B-9882-D84AD6C7ACC2}" srcOrd="2" destOrd="0" presId="urn:microsoft.com/office/officeart/2018/5/layout/CenteredIconLabelDescriptionList"/>
    <dgm:cxn modelId="{49FBBEB4-79D1-4A38-BF6C-5CF54A95519A}" type="presParOf" srcId="{714635C5-460A-49AC-AAF9-57B24BFD9770}" destId="{D1280ABD-B606-4168-93E3-585D9F42D7C6}" srcOrd="3" destOrd="0" presId="urn:microsoft.com/office/officeart/2018/5/layout/CenteredIconLabelDescriptionList"/>
    <dgm:cxn modelId="{7F65D650-F1C2-4126-9E3F-A293D11B0E8E}" type="presParOf" srcId="{714635C5-460A-49AC-AAF9-57B24BFD9770}" destId="{53B1E793-2F12-4C11-8CC4-E33DFDA68CED}" srcOrd="4" destOrd="0" presId="urn:microsoft.com/office/officeart/2018/5/layout/CenteredIconLabelDescriptionList"/>
    <dgm:cxn modelId="{9273895C-A4D8-40C0-8A42-48AED08202E6}" type="presParOf" srcId="{7C8D7C20-4428-4BD9-A274-936A5E432242}" destId="{037D19C6-DD3B-45C8-B7D6-9AE0C62217C8}" srcOrd="1" destOrd="0" presId="urn:microsoft.com/office/officeart/2018/5/layout/CenteredIconLabelDescriptionList"/>
    <dgm:cxn modelId="{5834C3E6-8545-48ED-A86B-A2132CAA1824}" type="presParOf" srcId="{7C8D7C20-4428-4BD9-A274-936A5E432242}" destId="{AF33A0C9-04D0-4B74-9173-5969A6EABDC2}" srcOrd="2" destOrd="0" presId="urn:microsoft.com/office/officeart/2018/5/layout/CenteredIconLabelDescriptionList"/>
    <dgm:cxn modelId="{89B328D7-7BA7-4518-9203-415C298DDBBC}" type="presParOf" srcId="{AF33A0C9-04D0-4B74-9173-5969A6EABDC2}" destId="{8390BE3C-EE7F-4618-96C4-DD5A811F326C}" srcOrd="0" destOrd="0" presId="urn:microsoft.com/office/officeart/2018/5/layout/CenteredIconLabelDescriptionList"/>
    <dgm:cxn modelId="{FADEBE61-16BF-44F8-996B-838A9E4E952E}" type="presParOf" srcId="{AF33A0C9-04D0-4B74-9173-5969A6EABDC2}" destId="{122D6465-EAC4-41CD-A537-99B1266436B1}" srcOrd="1" destOrd="0" presId="urn:microsoft.com/office/officeart/2018/5/layout/CenteredIconLabelDescriptionList"/>
    <dgm:cxn modelId="{CA2818DF-97D4-4F0A-9174-01C8EFE6DEB9}" type="presParOf" srcId="{AF33A0C9-04D0-4B74-9173-5969A6EABDC2}" destId="{3E5B3098-A963-4F0B-8A3C-ED42FA7BC596}" srcOrd="2" destOrd="0" presId="urn:microsoft.com/office/officeart/2018/5/layout/CenteredIconLabelDescriptionList"/>
    <dgm:cxn modelId="{8AA3742B-2024-478B-95EA-EEE8809D970E}" type="presParOf" srcId="{AF33A0C9-04D0-4B74-9173-5969A6EABDC2}" destId="{D94538FB-876F-4237-A0E1-8825A9A70DA4}" srcOrd="3" destOrd="0" presId="urn:microsoft.com/office/officeart/2018/5/layout/CenteredIconLabelDescriptionList"/>
    <dgm:cxn modelId="{9FCE763A-CEAC-460D-9A69-B666C693896F}" type="presParOf" srcId="{AF33A0C9-04D0-4B74-9173-5969A6EABDC2}" destId="{BDB25238-08A9-458D-8FBA-353180B5AC2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FC2575-2881-4570-B19F-D6AEC65BE29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00C0FB5-B57B-494A-B833-67DC5D3269D1}">
      <dgm:prSet/>
      <dgm:spPr/>
      <dgm:t>
        <a:bodyPr/>
        <a:lstStyle/>
        <a:p>
          <a:r>
            <a:rPr lang="en-US"/>
            <a:t>CPU = </a:t>
          </a:r>
          <a:r>
            <a:rPr lang="en-US" b="1"/>
            <a:t>A single teacher explaining topics one-by-one</a:t>
          </a:r>
          <a:endParaRPr lang="en-US"/>
        </a:p>
      </dgm:t>
    </dgm:pt>
    <dgm:pt modelId="{8D90908E-70BF-4282-8A08-596366158D73}" type="parTrans" cxnId="{8E5978B6-8C32-4135-9355-C51249AF59FD}">
      <dgm:prSet/>
      <dgm:spPr/>
      <dgm:t>
        <a:bodyPr/>
        <a:lstStyle/>
        <a:p>
          <a:endParaRPr lang="en-US"/>
        </a:p>
      </dgm:t>
    </dgm:pt>
    <dgm:pt modelId="{E9CF87D5-87E8-4114-A758-B56283CE2F1C}" type="sibTrans" cxnId="{8E5978B6-8C32-4135-9355-C51249AF59FD}">
      <dgm:prSet/>
      <dgm:spPr/>
      <dgm:t>
        <a:bodyPr/>
        <a:lstStyle/>
        <a:p>
          <a:endParaRPr lang="en-US"/>
        </a:p>
      </dgm:t>
    </dgm:pt>
    <dgm:pt modelId="{9A7AD112-50A5-46FD-ACFE-A485C33B82FF}">
      <dgm:prSet/>
      <dgm:spPr/>
      <dgm:t>
        <a:bodyPr/>
        <a:lstStyle/>
        <a:p>
          <a:r>
            <a:rPr lang="en-US"/>
            <a:t>️GPU = </a:t>
          </a:r>
          <a:r>
            <a:rPr lang="en-US" b="1"/>
            <a:t>A classroom of 10,000 students solving 10,000 math problems simultaneously</a:t>
          </a:r>
          <a:endParaRPr lang="en-US"/>
        </a:p>
      </dgm:t>
    </dgm:pt>
    <dgm:pt modelId="{96A3BD1E-0181-4436-A08B-93470E16A440}" type="parTrans" cxnId="{551C325F-9D43-420B-8FB3-128C22258962}">
      <dgm:prSet/>
      <dgm:spPr/>
      <dgm:t>
        <a:bodyPr/>
        <a:lstStyle/>
        <a:p>
          <a:endParaRPr lang="en-US"/>
        </a:p>
      </dgm:t>
    </dgm:pt>
    <dgm:pt modelId="{0F84078D-F42D-4EF2-A408-B8EB86611248}" type="sibTrans" cxnId="{551C325F-9D43-420B-8FB3-128C22258962}">
      <dgm:prSet/>
      <dgm:spPr/>
      <dgm:t>
        <a:bodyPr/>
        <a:lstStyle/>
        <a:p>
          <a:endParaRPr lang="en-US"/>
        </a:p>
      </dgm:t>
    </dgm:pt>
    <dgm:pt modelId="{84485218-4E49-46E8-A910-6F385D5C8201}">
      <dgm:prSet/>
      <dgm:spPr/>
      <dgm:t>
        <a:bodyPr/>
        <a:lstStyle/>
        <a:p>
          <a:r>
            <a:rPr lang="en-US"/>
            <a:t>GPUs accelerate tasks with </a:t>
          </a:r>
          <a:r>
            <a:rPr lang="en-US" b="1"/>
            <a:t>parallel processing</a:t>
          </a:r>
          <a:endParaRPr lang="en-US"/>
        </a:p>
      </dgm:t>
    </dgm:pt>
    <dgm:pt modelId="{E40083EB-1D44-4985-AACB-25BFCAA6202F}" type="parTrans" cxnId="{F07BA71F-2705-4AEC-8429-5531A421AF0B}">
      <dgm:prSet/>
      <dgm:spPr/>
      <dgm:t>
        <a:bodyPr/>
        <a:lstStyle/>
        <a:p>
          <a:endParaRPr lang="en-US"/>
        </a:p>
      </dgm:t>
    </dgm:pt>
    <dgm:pt modelId="{105CFF41-EF9A-402B-8A02-0E9D5F86F86D}" type="sibTrans" cxnId="{F07BA71F-2705-4AEC-8429-5531A421AF0B}">
      <dgm:prSet/>
      <dgm:spPr/>
      <dgm:t>
        <a:bodyPr/>
        <a:lstStyle/>
        <a:p>
          <a:endParaRPr lang="en-US"/>
        </a:p>
      </dgm:t>
    </dgm:pt>
    <dgm:pt modelId="{59BCE85E-42D5-454C-B4BA-0A57EFFDF352}" type="pres">
      <dgm:prSet presAssocID="{16FC2575-2881-4570-B19F-D6AEC65BE299}" presName="root" presStyleCnt="0">
        <dgm:presLayoutVars>
          <dgm:dir/>
          <dgm:resizeHandles val="exact"/>
        </dgm:presLayoutVars>
      </dgm:prSet>
      <dgm:spPr/>
    </dgm:pt>
    <dgm:pt modelId="{BEFF56DF-EBED-42A3-8AC7-056A4E350F80}" type="pres">
      <dgm:prSet presAssocID="{500C0FB5-B57B-494A-B833-67DC5D3269D1}" presName="compNode" presStyleCnt="0"/>
      <dgm:spPr/>
    </dgm:pt>
    <dgm:pt modelId="{2AC922E5-87F4-4555-8E01-20716B5ABF49}" type="pres">
      <dgm:prSet presAssocID="{500C0FB5-B57B-494A-B833-67DC5D3269D1}" presName="bgRect" presStyleLbl="bgShp" presStyleIdx="0" presStyleCnt="3"/>
      <dgm:spPr/>
    </dgm:pt>
    <dgm:pt modelId="{0DA669B5-523B-4439-9990-DB8B5A5C3DBF}" type="pres">
      <dgm:prSet presAssocID="{500C0FB5-B57B-494A-B833-67DC5D3269D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55EAC660-17CC-4549-8062-F0E8E36F83DC}" type="pres">
      <dgm:prSet presAssocID="{500C0FB5-B57B-494A-B833-67DC5D3269D1}" presName="spaceRect" presStyleCnt="0"/>
      <dgm:spPr/>
    </dgm:pt>
    <dgm:pt modelId="{46507C1D-08E8-42C2-8F03-3AAB11F10F7A}" type="pres">
      <dgm:prSet presAssocID="{500C0FB5-B57B-494A-B833-67DC5D3269D1}" presName="parTx" presStyleLbl="revTx" presStyleIdx="0" presStyleCnt="3">
        <dgm:presLayoutVars>
          <dgm:chMax val="0"/>
          <dgm:chPref val="0"/>
        </dgm:presLayoutVars>
      </dgm:prSet>
      <dgm:spPr/>
    </dgm:pt>
    <dgm:pt modelId="{2952F66A-362D-4172-B8B0-57360398B974}" type="pres">
      <dgm:prSet presAssocID="{E9CF87D5-87E8-4114-A758-B56283CE2F1C}" presName="sibTrans" presStyleCnt="0"/>
      <dgm:spPr/>
    </dgm:pt>
    <dgm:pt modelId="{6C9AEB4D-B997-4F63-910D-22A2DD473421}" type="pres">
      <dgm:prSet presAssocID="{9A7AD112-50A5-46FD-ACFE-A485C33B82FF}" presName="compNode" presStyleCnt="0"/>
      <dgm:spPr/>
    </dgm:pt>
    <dgm:pt modelId="{838181E5-BD60-42CC-BBEC-7C39CA5A8DF3}" type="pres">
      <dgm:prSet presAssocID="{9A7AD112-50A5-46FD-ACFE-A485C33B82FF}" presName="bgRect" presStyleLbl="bgShp" presStyleIdx="1" presStyleCnt="3"/>
      <dgm:spPr/>
    </dgm:pt>
    <dgm:pt modelId="{0FBEBC78-1310-4A21-A682-6C8D1E0881FB}" type="pres">
      <dgm:prSet presAssocID="{9A7AD112-50A5-46FD-ACFE-A485C33B82F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594E3BB-0C36-46BD-947A-7FB968F17F45}" type="pres">
      <dgm:prSet presAssocID="{9A7AD112-50A5-46FD-ACFE-A485C33B82FF}" presName="spaceRect" presStyleCnt="0"/>
      <dgm:spPr/>
    </dgm:pt>
    <dgm:pt modelId="{EC374592-EC4B-4B53-ABD8-7B38D9B2F62C}" type="pres">
      <dgm:prSet presAssocID="{9A7AD112-50A5-46FD-ACFE-A485C33B82FF}" presName="parTx" presStyleLbl="revTx" presStyleIdx="1" presStyleCnt="3">
        <dgm:presLayoutVars>
          <dgm:chMax val="0"/>
          <dgm:chPref val="0"/>
        </dgm:presLayoutVars>
      </dgm:prSet>
      <dgm:spPr/>
    </dgm:pt>
    <dgm:pt modelId="{38F6EBC5-6910-410B-A77C-588E37D34430}" type="pres">
      <dgm:prSet presAssocID="{0F84078D-F42D-4EF2-A408-B8EB86611248}" presName="sibTrans" presStyleCnt="0"/>
      <dgm:spPr/>
    </dgm:pt>
    <dgm:pt modelId="{1B709A01-305E-49EC-B139-096D771B453E}" type="pres">
      <dgm:prSet presAssocID="{84485218-4E49-46E8-A910-6F385D5C8201}" presName="compNode" presStyleCnt="0"/>
      <dgm:spPr/>
    </dgm:pt>
    <dgm:pt modelId="{A7FD114E-EC99-4122-A3C8-037C9DB1DC22}" type="pres">
      <dgm:prSet presAssocID="{84485218-4E49-46E8-A910-6F385D5C8201}" presName="bgRect" presStyleLbl="bgShp" presStyleIdx="2" presStyleCnt="3"/>
      <dgm:spPr/>
    </dgm:pt>
    <dgm:pt modelId="{C4C0F44A-A09F-4706-94FC-96F7A1DAB4D6}" type="pres">
      <dgm:prSet presAssocID="{84485218-4E49-46E8-A910-6F385D5C820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DD9837A-691E-44FD-94FC-AC6FDCDEAE5A}" type="pres">
      <dgm:prSet presAssocID="{84485218-4E49-46E8-A910-6F385D5C8201}" presName="spaceRect" presStyleCnt="0"/>
      <dgm:spPr/>
    </dgm:pt>
    <dgm:pt modelId="{8EBD8865-8365-4FB4-97E8-31694E8377CC}" type="pres">
      <dgm:prSet presAssocID="{84485218-4E49-46E8-A910-6F385D5C820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07BA71F-2705-4AEC-8429-5531A421AF0B}" srcId="{16FC2575-2881-4570-B19F-D6AEC65BE299}" destId="{84485218-4E49-46E8-A910-6F385D5C8201}" srcOrd="2" destOrd="0" parTransId="{E40083EB-1D44-4985-AACB-25BFCAA6202F}" sibTransId="{105CFF41-EF9A-402B-8A02-0E9D5F86F86D}"/>
    <dgm:cxn modelId="{F9564E28-1B85-4EF7-954B-842A677496F3}" type="presOf" srcId="{84485218-4E49-46E8-A910-6F385D5C8201}" destId="{8EBD8865-8365-4FB4-97E8-31694E8377CC}" srcOrd="0" destOrd="0" presId="urn:microsoft.com/office/officeart/2018/2/layout/IconVerticalSolidList"/>
    <dgm:cxn modelId="{551C325F-9D43-420B-8FB3-128C22258962}" srcId="{16FC2575-2881-4570-B19F-D6AEC65BE299}" destId="{9A7AD112-50A5-46FD-ACFE-A485C33B82FF}" srcOrd="1" destOrd="0" parTransId="{96A3BD1E-0181-4436-A08B-93470E16A440}" sibTransId="{0F84078D-F42D-4EF2-A408-B8EB86611248}"/>
    <dgm:cxn modelId="{DD146A82-E794-4C1E-8DF2-1E979845519B}" type="presOf" srcId="{16FC2575-2881-4570-B19F-D6AEC65BE299}" destId="{59BCE85E-42D5-454C-B4BA-0A57EFFDF352}" srcOrd="0" destOrd="0" presId="urn:microsoft.com/office/officeart/2018/2/layout/IconVerticalSolidList"/>
    <dgm:cxn modelId="{1DD370B0-527F-4699-A96F-FF56B96A4DE6}" type="presOf" srcId="{9A7AD112-50A5-46FD-ACFE-A485C33B82FF}" destId="{EC374592-EC4B-4B53-ABD8-7B38D9B2F62C}" srcOrd="0" destOrd="0" presId="urn:microsoft.com/office/officeart/2018/2/layout/IconVerticalSolidList"/>
    <dgm:cxn modelId="{8E5978B6-8C32-4135-9355-C51249AF59FD}" srcId="{16FC2575-2881-4570-B19F-D6AEC65BE299}" destId="{500C0FB5-B57B-494A-B833-67DC5D3269D1}" srcOrd="0" destOrd="0" parTransId="{8D90908E-70BF-4282-8A08-596366158D73}" sibTransId="{E9CF87D5-87E8-4114-A758-B56283CE2F1C}"/>
    <dgm:cxn modelId="{688545CB-04BB-4675-A572-1E25781F18E6}" type="presOf" srcId="{500C0FB5-B57B-494A-B833-67DC5D3269D1}" destId="{46507C1D-08E8-42C2-8F03-3AAB11F10F7A}" srcOrd="0" destOrd="0" presId="urn:microsoft.com/office/officeart/2018/2/layout/IconVerticalSolidList"/>
    <dgm:cxn modelId="{B23A9F4B-CB89-4D1A-BD5E-E5C4282F9E83}" type="presParOf" srcId="{59BCE85E-42D5-454C-B4BA-0A57EFFDF352}" destId="{BEFF56DF-EBED-42A3-8AC7-056A4E350F80}" srcOrd="0" destOrd="0" presId="urn:microsoft.com/office/officeart/2018/2/layout/IconVerticalSolidList"/>
    <dgm:cxn modelId="{6FB00569-98B9-4705-BD0F-2CB60936AC04}" type="presParOf" srcId="{BEFF56DF-EBED-42A3-8AC7-056A4E350F80}" destId="{2AC922E5-87F4-4555-8E01-20716B5ABF49}" srcOrd="0" destOrd="0" presId="urn:microsoft.com/office/officeart/2018/2/layout/IconVerticalSolidList"/>
    <dgm:cxn modelId="{2CC1D138-3CDF-48C2-80AE-73D8D98D091C}" type="presParOf" srcId="{BEFF56DF-EBED-42A3-8AC7-056A4E350F80}" destId="{0DA669B5-523B-4439-9990-DB8B5A5C3DBF}" srcOrd="1" destOrd="0" presId="urn:microsoft.com/office/officeart/2018/2/layout/IconVerticalSolidList"/>
    <dgm:cxn modelId="{A3A7F6C4-E807-41B8-91A2-258F2C8717DA}" type="presParOf" srcId="{BEFF56DF-EBED-42A3-8AC7-056A4E350F80}" destId="{55EAC660-17CC-4549-8062-F0E8E36F83DC}" srcOrd="2" destOrd="0" presId="urn:microsoft.com/office/officeart/2018/2/layout/IconVerticalSolidList"/>
    <dgm:cxn modelId="{DC226187-9E94-4C4C-92E8-C8C8EFD2543B}" type="presParOf" srcId="{BEFF56DF-EBED-42A3-8AC7-056A4E350F80}" destId="{46507C1D-08E8-42C2-8F03-3AAB11F10F7A}" srcOrd="3" destOrd="0" presId="urn:microsoft.com/office/officeart/2018/2/layout/IconVerticalSolidList"/>
    <dgm:cxn modelId="{7A61C6C8-60E9-4E7A-9C66-F3195EB3964C}" type="presParOf" srcId="{59BCE85E-42D5-454C-B4BA-0A57EFFDF352}" destId="{2952F66A-362D-4172-B8B0-57360398B974}" srcOrd="1" destOrd="0" presId="urn:microsoft.com/office/officeart/2018/2/layout/IconVerticalSolidList"/>
    <dgm:cxn modelId="{27CCE1A2-0710-461F-96EA-99BAF99D0562}" type="presParOf" srcId="{59BCE85E-42D5-454C-B4BA-0A57EFFDF352}" destId="{6C9AEB4D-B997-4F63-910D-22A2DD473421}" srcOrd="2" destOrd="0" presId="urn:microsoft.com/office/officeart/2018/2/layout/IconVerticalSolidList"/>
    <dgm:cxn modelId="{B0846DE2-3FEE-46CE-92B0-61BCDBDD909D}" type="presParOf" srcId="{6C9AEB4D-B997-4F63-910D-22A2DD473421}" destId="{838181E5-BD60-42CC-BBEC-7C39CA5A8DF3}" srcOrd="0" destOrd="0" presId="urn:microsoft.com/office/officeart/2018/2/layout/IconVerticalSolidList"/>
    <dgm:cxn modelId="{DA337AE3-B5F1-4541-AA15-4D00E2FFDAAC}" type="presParOf" srcId="{6C9AEB4D-B997-4F63-910D-22A2DD473421}" destId="{0FBEBC78-1310-4A21-A682-6C8D1E0881FB}" srcOrd="1" destOrd="0" presId="urn:microsoft.com/office/officeart/2018/2/layout/IconVerticalSolidList"/>
    <dgm:cxn modelId="{CBD52091-B2CC-4EA5-A831-3410175FC2FA}" type="presParOf" srcId="{6C9AEB4D-B997-4F63-910D-22A2DD473421}" destId="{0594E3BB-0C36-46BD-947A-7FB968F17F45}" srcOrd="2" destOrd="0" presId="urn:microsoft.com/office/officeart/2018/2/layout/IconVerticalSolidList"/>
    <dgm:cxn modelId="{CB47B2BE-FFA4-4F51-90C3-C01A72D4A513}" type="presParOf" srcId="{6C9AEB4D-B997-4F63-910D-22A2DD473421}" destId="{EC374592-EC4B-4B53-ABD8-7B38D9B2F62C}" srcOrd="3" destOrd="0" presId="urn:microsoft.com/office/officeart/2018/2/layout/IconVerticalSolidList"/>
    <dgm:cxn modelId="{9B67D7F9-2CFE-400A-8B94-9B1884462779}" type="presParOf" srcId="{59BCE85E-42D5-454C-B4BA-0A57EFFDF352}" destId="{38F6EBC5-6910-410B-A77C-588E37D34430}" srcOrd="3" destOrd="0" presId="urn:microsoft.com/office/officeart/2018/2/layout/IconVerticalSolidList"/>
    <dgm:cxn modelId="{0EBF6F10-821B-4823-B684-2B2E895DF962}" type="presParOf" srcId="{59BCE85E-42D5-454C-B4BA-0A57EFFDF352}" destId="{1B709A01-305E-49EC-B139-096D771B453E}" srcOrd="4" destOrd="0" presId="urn:microsoft.com/office/officeart/2018/2/layout/IconVerticalSolidList"/>
    <dgm:cxn modelId="{8812C7AD-9988-479D-9ABB-4E875E9772FC}" type="presParOf" srcId="{1B709A01-305E-49EC-B139-096D771B453E}" destId="{A7FD114E-EC99-4122-A3C8-037C9DB1DC22}" srcOrd="0" destOrd="0" presId="urn:microsoft.com/office/officeart/2018/2/layout/IconVerticalSolidList"/>
    <dgm:cxn modelId="{0F36B7BF-114F-4458-BBFE-8611A652A705}" type="presParOf" srcId="{1B709A01-305E-49EC-B139-096D771B453E}" destId="{C4C0F44A-A09F-4706-94FC-96F7A1DAB4D6}" srcOrd="1" destOrd="0" presId="urn:microsoft.com/office/officeart/2018/2/layout/IconVerticalSolidList"/>
    <dgm:cxn modelId="{6C9C7FDE-7FC5-4207-9232-517CC1C7AF9A}" type="presParOf" srcId="{1B709A01-305E-49EC-B139-096D771B453E}" destId="{EDD9837A-691E-44FD-94FC-AC6FDCDEAE5A}" srcOrd="2" destOrd="0" presId="urn:microsoft.com/office/officeart/2018/2/layout/IconVerticalSolidList"/>
    <dgm:cxn modelId="{C58AEE85-905F-4CB2-8913-681022AE1656}" type="presParOf" srcId="{1B709A01-305E-49EC-B139-096D771B453E}" destId="{8EBD8865-8365-4FB4-97E8-31694E8377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812AFC-B8BB-489F-A80C-95B95FE69DA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E6EBE5E4-D98E-41D9-B259-9D9060F597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NVIDIA GPU Driver : nvidia-smi</a:t>
          </a:r>
        </a:p>
      </dgm:t>
    </dgm:pt>
    <dgm:pt modelId="{EE65EFEA-4192-492A-9718-194A7FDCC4F4}" type="parTrans" cxnId="{B081D7DA-6FBA-4E19-B1BD-8737CFC96519}">
      <dgm:prSet/>
      <dgm:spPr/>
      <dgm:t>
        <a:bodyPr/>
        <a:lstStyle/>
        <a:p>
          <a:endParaRPr lang="en-US"/>
        </a:p>
      </dgm:t>
    </dgm:pt>
    <dgm:pt modelId="{DB2D5D06-D8B8-46A9-879D-3503DEB16A3D}" type="sibTrans" cxnId="{B081D7DA-6FBA-4E19-B1BD-8737CFC9651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17089CB-EAC3-4F4A-817B-9337229774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PyTorch with CUDA: pip install torch torchvision torchaudio --index-url https://download.pytorch.org/whl/cu121</a:t>
          </a:r>
        </a:p>
      </dgm:t>
    </dgm:pt>
    <dgm:pt modelId="{52A265F8-22F4-49F1-ACD5-79D3D238D9B6}" type="parTrans" cxnId="{006AE88B-DF11-40CA-B0E5-F2B97B86EBBC}">
      <dgm:prSet/>
      <dgm:spPr/>
      <dgm:t>
        <a:bodyPr/>
        <a:lstStyle/>
        <a:p>
          <a:endParaRPr lang="en-US"/>
        </a:p>
      </dgm:t>
    </dgm:pt>
    <dgm:pt modelId="{01DE0424-392A-48FF-B0FF-9DBF684FE624}" type="sibTrans" cxnId="{006AE88B-DF11-40CA-B0E5-F2B97B86EBBC}">
      <dgm:prSet/>
      <dgm:spPr/>
      <dgm:t>
        <a:bodyPr/>
        <a:lstStyle/>
        <a:p>
          <a:endParaRPr lang="en-US"/>
        </a:p>
      </dgm:t>
    </dgm:pt>
    <dgm:pt modelId="{365FB825-F4C7-400E-B1A1-6AAC267F4101}" type="pres">
      <dgm:prSet presAssocID="{2D812AFC-B8BB-489F-A80C-95B95FE69DAE}" presName="root" presStyleCnt="0">
        <dgm:presLayoutVars>
          <dgm:dir/>
          <dgm:resizeHandles val="exact"/>
        </dgm:presLayoutVars>
      </dgm:prSet>
      <dgm:spPr/>
    </dgm:pt>
    <dgm:pt modelId="{92C6B142-06BC-420E-8671-EF8C03D122F7}" type="pres">
      <dgm:prSet presAssocID="{2D812AFC-B8BB-489F-A80C-95B95FE69DAE}" presName="container" presStyleCnt="0">
        <dgm:presLayoutVars>
          <dgm:dir/>
          <dgm:resizeHandles val="exact"/>
        </dgm:presLayoutVars>
      </dgm:prSet>
      <dgm:spPr/>
    </dgm:pt>
    <dgm:pt modelId="{B0366F84-09A3-4EB5-B8E4-CB6AD48D31C3}" type="pres">
      <dgm:prSet presAssocID="{E6EBE5E4-D98E-41D9-B259-9D9060F5976B}" presName="compNode" presStyleCnt="0"/>
      <dgm:spPr/>
    </dgm:pt>
    <dgm:pt modelId="{2C4B1847-2F68-4116-9ECA-F68B950F8F5E}" type="pres">
      <dgm:prSet presAssocID="{E6EBE5E4-D98E-41D9-B259-9D9060F5976B}" presName="iconBgRect" presStyleLbl="bgShp" presStyleIdx="0" presStyleCnt="2"/>
      <dgm:spPr/>
    </dgm:pt>
    <dgm:pt modelId="{DF59D41D-11AC-4C41-AD8C-A3BE4C31927D}" type="pres">
      <dgm:prSet presAssocID="{E6EBE5E4-D98E-41D9-B259-9D9060F5976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74526C6-921A-4F4D-BE92-BAAF2F374341}" type="pres">
      <dgm:prSet presAssocID="{E6EBE5E4-D98E-41D9-B259-9D9060F5976B}" presName="spaceRect" presStyleCnt="0"/>
      <dgm:spPr/>
    </dgm:pt>
    <dgm:pt modelId="{26DF3CC7-BDE7-412C-B7A7-3C174A89C53A}" type="pres">
      <dgm:prSet presAssocID="{E6EBE5E4-D98E-41D9-B259-9D9060F5976B}" presName="textRect" presStyleLbl="revTx" presStyleIdx="0" presStyleCnt="2">
        <dgm:presLayoutVars>
          <dgm:chMax val="1"/>
          <dgm:chPref val="1"/>
        </dgm:presLayoutVars>
      </dgm:prSet>
      <dgm:spPr/>
    </dgm:pt>
    <dgm:pt modelId="{713679A3-68E8-43EC-90E7-ADF0D5ADDED2}" type="pres">
      <dgm:prSet presAssocID="{DB2D5D06-D8B8-46A9-879D-3503DEB16A3D}" presName="sibTrans" presStyleLbl="sibTrans2D1" presStyleIdx="0" presStyleCnt="0"/>
      <dgm:spPr/>
    </dgm:pt>
    <dgm:pt modelId="{A95E82C8-AEFC-483E-BCB3-3FF52F81DD44}" type="pres">
      <dgm:prSet presAssocID="{A17089CB-EAC3-4F4A-817B-933722977438}" presName="compNode" presStyleCnt="0"/>
      <dgm:spPr/>
    </dgm:pt>
    <dgm:pt modelId="{29666180-3DDB-4655-9E9C-0381DB9280E4}" type="pres">
      <dgm:prSet presAssocID="{A17089CB-EAC3-4F4A-817B-933722977438}" presName="iconBgRect" presStyleLbl="bgShp" presStyleIdx="1" presStyleCnt="2"/>
      <dgm:spPr/>
    </dgm:pt>
    <dgm:pt modelId="{6AEBD2BE-B6D5-4F02-87A8-E11C69926BC3}" type="pres">
      <dgm:prSet presAssocID="{A17089CB-EAC3-4F4A-817B-93372297743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D2774A86-19CE-4E74-B2A6-768077B90254}" type="pres">
      <dgm:prSet presAssocID="{A17089CB-EAC3-4F4A-817B-933722977438}" presName="spaceRect" presStyleCnt="0"/>
      <dgm:spPr/>
    </dgm:pt>
    <dgm:pt modelId="{D1E924E9-6D61-4B37-973A-CDB0C0F34949}" type="pres">
      <dgm:prSet presAssocID="{A17089CB-EAC3-4F4A-817B-93372297743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06AE88B-DF11-40CA-B0E5-F2B97B86EBBC}" srcId="{2D812AFC-B8BB-489F-A80C-95B95FE69DAE}" destId="{A17089CB-EAC3-4F4A-817B-933722977438}" srcOrd="1" destOrd="0" parTransId="{52A265F8-22F4-49F1-ACD5-79D3D238D9B6}" sibTransId="{01DE0424-392A-48FF-B0FF-9DBF684FE624}"/>
    <dgm:cxn modelId="{05BC5EAF-45D4-4C38-948B-3F6E562C1B23}" type="presOf" srcId="{2D812AFC-B8BB-489F-A80C-95B95FE69DAE}" destId="{365FB825-F4C7-400E-B1A1-6AAC267F4101}" srcOrd="0" destOrd="0" presId="urn:microsoft.com/office/officeart/2018/2/layout/IconCircleList"/>
    <dgm:cxn modelId="{DC71CDD9-842E-4A0D-9B82-F4E146978E10}" type="presOf" srcId="{DB2D5D06-D8B8-46A9-879D-3503DEB16A3D}" destId="{713679A3-68E8-43EC-90E7-ADF0D5ADDED2}" srcOrd="0" destOrd="0" presId="urn:microsoft.com/office/officeart/2018/2/layout/IconCircleList"/>
    <dgm:cxn modelId="{B081D7DA-6FBA-4E19-B1BD-8737CFC96519}" srcId="{2D812AFC-B8BB-489F-A80C-95B95FE69DAE}" destId="{E6EBE5E4-D98E-41D9-B259-9D9060F5976B}" srcOrd="0" destOrd="0" parTransId="{EE65EFEA-4192-492A-9718-194A7FDCC4F4}" sibTransId="{DB2D5D06-D8B8-46A9-879D-3503DEB16A3D}"/>
    <dgm:cxn modelId="{3FDF8BED-2749-440F-867F-396F8C875CBC}" type="presOf" srcId="{E6EBE5E4-D98E-41D9-B259-9D9060F5976B}" destId="{26DF3CC7-BDE7-412C-B7A7-3C174A89C53A}" srcOrd="0" destOrd="0" presId="urn:microsoft.com/office/officeart/2018/2/layout/IconCircleList"/>
    <dgm:cxn modelId="{B5CB21FE-4F05-402F-BDAD-A6D3A075F8AA}" type="presOf" srcId="{A17089CB-EAC3-4F4A-817B-933722977438}" destId="{D1E924E9-6D61-4B37-973A-CDB0C0F34949}" srcOrd="0" destOrd="0" presId="urn:microsoft.com/office/officeart/2018/2/layout/IconCircleList"/>
    <dgm:cxn modelId="{31663D27-F083-4F76-8368-B0C8C61D757F}" type="presParOf" srcId="{365FB825-F4C7-400E-B1A1-6AAC267F4101}" destId="{92C6B142-06BC-420E-8671-EF8C03D122F7}" srcOrd="0" destOrd="0" presId="urn:microsoft.com/office/officeart/2018/2/layout/IconCircleList"/>
    <dgm:cxn modelId="{252B26D8-C888-41E9-9D6D-85E23FD9BECB}" type="presParOf" srcId="{92C6B142-06BC-420E-8671-EF8C03D122F7}" destId="{B0366F84-09A3-4EB5-B8E4-CB6AD48D31C3}" srcOrd="0" destOrd="0" presId="urn:microsoft.com/office/officeart/2018/2/layout/IconCircleList"/>
    <dgm:cxn modelId="{F1F621BA-6A71-4E45-BC84-03E5F7AAE6A5}" type="presParOf" srcId="{B0366F84-09A3-4EB5-B8E4-CB6AD48D31C3}" destId="{2C4B1847-2F68-4116-9ECA-F68B950F8F5E}" srcOrd="0" destOrd="0" presId="urn:microsoft.com/office/officeart/2018/2/layout/IconCircleList"/>
    <dgm:cxn modelId="{4707A909-9947-45EC-A781-F0071F25DD19}" type="presParOf" srcId="{B0366F84-09A3-4EB5-B8E4-CB6AD48D31C3}" destId="{DF59D41D-11AC-4C41-AD8C-A3BE4C31927D}" srcOrd="1" destOrd="0" presId="urn:microsoft.com/office/officeart/2018/2/layout/IconCircleList"/>
    <dgm:cxn modelId="{481C716C-27C6-452E-A50D-B68A14AC4DCD}" type="presParOf" srcId="{B0366F84-09A3-4EB5-B8E4-CB6AD48D31C3}" destId="{174526C6-921A-4F4D-BE92-BAAF2F374341}" srcOrd="2" destOrd="0" presId="urn:microsoft.com/office/officeart/2018/2/layout/IconCircleList"/>
    <dgm:cxn modelId="{DFF89E48-BE1E-4135-8DFA-AB7A10987CE4}" type="presParOf" srcId="{B0366F84-09A3-4EB5-B8E4-CB6AD48D31C3}" destId="{26DF3CC7-BDE7-412C-B7A7-3C174A89C53A}" srcOrd="3" destOrd="0" presId="urn:microsoft.com/office/officeart/2018/2/layout/IconCircleList"/>
    <dgm:cxn modelId="{4C6A0998-F610-4121-8ABB-3E740EA3F049}" type="presParOf" srcId="{92C6B142-06BC-420E-8671-EF8C03D122F7}" destId="{713679A3-68E8-43EC-90E7-ADF0D5ADDED2}" srcOrd="1" destOrd="0" presId="urn:microsoft.com/office/officeart/2018/2/layout/IconCircleList"/>
    <dgm:cxn modelId="{BEE078DD-0DE7-465F-9491-C5F689D05DE0}" type="presParOf" srcId="{92C6B142-06BC-420E-8671-EF8C03D122F7}" destId="{A95E82C8-AEFC-483E-BCB3-3FF52F81DD44}" srcOrd="2" destOrd="0" presId="urn:microsoft.com/office/officeart/2018/2/layout/IconCircleList"/>
    <dgm:cxn modelId="{B6231CDA-F5E9-476A-B2DF-1D89DE3B54FA}" type="presParOf" srcId="{A95E82C8-AEFC-483E-BCB3-3FF52F81DD44}" destId="{29666180-3DDB-4655-9E9C-0381DB9280E4}" srcOrd="0" destOrd="0" presId="urn:microsoft.com/office/officeart/2018/2/layout/IconCircleList"/>
    <dgm:cxn modelId="{AE36E498-350F-441F-9848-0B7214A1AA74}" type="presParOf" srcId="{A95E82C8-AEFC-483E-BCB3-3FF52F81DD44}" destId="{6AEBD2BE-B6D5-4F02-87A8-E11C69926BC3}" srcOrd="1" destOrd="0" presId="urn:microsoft.com/office/officeart/2018/2/layout/IconCircleList"/>
    <dgm:cxn modelId="{5D3755C5-2901-4459-85D8-CB8C0EA8F8A1}" type="presParOf" srcId="{A95E82C8-AEFC-483E-BCB3-3FF52F81DD44}" destId="{D2774A86-19CE-4E74-B2A6-768077B90254}" srcOrd="2" destOrd="0" presId="urn:microsoft.com/office/officeart/2018/2/layout/IconCircleList"/>
    <dgm:cxn modelId="{AA2069FA-FE7E-492A-9C37-E11A1C811C8F}" type="presParOf" srcId="{A95E82C8-AEFC-483E-BCB3-3FF52F81DD44}" destId="{D1E924E9-6D61-4B37-973A-CDB0C0F3494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72B6E9-62F7-4E07-B760-451F1B6A0B5E}">
      <dsp:nvSpPr>
        <dsp:cNvPr id="0" name=""/>
        <dsp:cNvSpPr/>
      </dsp:nvSpPr>
      <dsp:spPr>
        <a:xfrm>
          <a:off x="0" y="0"/>
          <a:ext cx="8823960" cy="8391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CPU is Central Processing Unit which is optimized for General-purpose computation and Sequential processing</a:t>
          </a:r>
        </a:p>
      </dsp:txBody>
      <dsp:txXfrm>
        <a:off x="24578" y="24578"/>
        <a:ext cx="7847552" cy="789985"/>
      </dsp:txXfrm>
    </dsp:sp>
    <dsp:sp modelId="{4FADC8F2-9F91-4EB1-8D57-4C9D987561A7}">
      <dsp:nvSpPr>
        <dsp:cNvPr id="0" name=""/>
        <dsp:cNvSpPr/>
      </dsp:nvSpPr>
      <dsp:spPr>
        <a:xfrm>
          <a:off x="739006" y="991713"/>
          <a:ext cx="8823960" cy="839141"/>
        </a:xfrm>
        <a:prstGeom prst="roundRect">
          <a:avLst>
            <a:gd name="adj" fmla="val 10000"/>
          </a:avLst>
        </a:prstGeom>
        <a:solidFill>
          <a:schemeClr val="accent2">
            <a:hueOff val="3097225"/>
            <a:satOff val="-15871"/>
            <a:lumOff val="-8039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has capability of fast switching between the tasks. It has few powerful cores (4-16)</a:t>
          </a:r>
        </a:p>
      </dsp:txBody>
      <dsp:txXfrm>
        <a:off x="763584" y="1016291"/>
        <a:ext cx="7490355" cy="789985"/>
      </dsp:txXfrm>
    </dsp:sp>
    <dsp:sp modelId="{185665A3-BBC6-4A55-8EFD-C6BEBC2BFF68}">
      <dsp:nvSpPr>
        <dsp:cNvPr id="0" name=""/>
        <dsp:cNvSpPr/>
      </dsp:nvSpPr>
      <dsp:spPr>
        <a:xfrm>
          <a:off x="1466983" y="1983426"/>
          <a:ext cx="8823960" cy="839141"/>
        </a:xfrm>
        <a:prstGeom prst="roundRect">
          <a:avLst>
            <a:gd name="adj" fmla="val 10000"/>
          </a:avLst>
        </a:prstGeom>
        <a:solidFill>
          <a:schemeClr val="accent2">
            <a:hueOff val="6194450"/>
            <a:satOff val="-31741"/>
            <a:lumOff val="-16079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has large cache memory and low-latency tasks</a:t>
          </a:r>
        </a:p>
      </dsp:txBody>
      <dsp:txXfrm>
        <a:off x="1491561" y="2008004"/>
        <a:ext cx="7501385" cy="789985"/>
      </dsp:txXfrm>
    </dsp:sp>
    <dsp:sp modelId="{8F882C92-AED4-4D02-A4B1-24F33E07789D}">
      <dsp:nvSpPr>
        <dsp:cNvPr id="0" name=""/>
        <dsp:cNvSpPr/>
      </dsp:nvSpPr>
      <dsp:spPr>
        <a:xfrm>
          <a:off x="2205989" y="2975139"/>
          <a:ext cx="8823960" cy="839141"/>
        </a:xfrm>
        <a:prstGeom prst="roundRect">
          <a:avLst>
            <a:gd name="adj" fmla="val 10000"/>
          </a:avLst>
        </a:prstGeom>
        <a:solidFill>
          <a:schemeClr val="accent2">
            <a:hueOff val="9291674"/>
            <a:satOff val="-47612"/>
            <a:lumOff val="-24118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is best for single-threaded tasks, complex logic and general purpose allocations</a:t>
          </a:r>
        </a:p>
      </dsp:txBody>
      <dsp:txXfrm>
        <a:off x="2230567" y="2999717"/>
        <a:ext cx="7490355" cy="789985"/>
      </dsp:txXfrm>
    </dsp:sp>
    <dsp:sp modelId="{6717A7DD-390D-4656-A4C9-B5AB11B4F1E3}">
      <dsp:nvSpPr>
        <dsp:cNvPr id="0" name=""/>
        <dsp:cNvSpPr/>
      </dsp:nvSpPr>
      <dsp:spPr>
        <a:xfrm>
          <a:off x="8278517" y="642706"/>
          <a:ext cx="545442" cy="54544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401241" y="642706"/>
        <a:ext cx="299994" cy="410445"/>
      </dsp:txXfrm>
    </dsp:sp>
    <dsp:sp modelId="{75153186-E8BE-41BC-8FEA-42F71883D78C}">
      <dsp:nvSpPr>
        <dsp:cNvPr id="0" name=""/>
        <dsp:cNvSpPr/>
      </dsp:nvSpPr>
      <dsp:spPr>
        <a:xfrm>
          <a:off x="9017524" y="1634419"/>
          <a:ext cx="545442" cy="54544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874071"/>
            <a:satOff val="-26624"/>
            <a:lumOff val="-3161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4874071"/>
              <a:satOff val="-26624"/>
              <a:lumOff val="-31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140248" y="1634419"/>
        <a:ext cx="299994" cy="410445"/>
      </dsp:txXfrm>
    </dsp:sp>
    <dsp:sp modelId="{BBF54351-82E0-4BA7-9D19-E043962CD126}">
      <dsp:nvSpPr>
        <dsp:cNvPr id="0" name=""/>
        <dsp:cNvSpPr/>
      </dsp:nvSpPr>
      <dsp:spPr>
        <a:xfrm>
          <a:off x="9745501" y="2626132"/>
          <a:ext cx="545442" cy="54544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748142"/>
            <a:satOff val="-53248"/>
            <a:lumOff val="-6323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9748142"/>
              <a:satOff val="-53248"/>
              <a:lumOff val="-63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868225" y="2626132"/>
        <a:ext cx="299994" cy="4104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164D64-0E55-4156-8BE9-0FCD5AC2A336}">
      <dsp:nvSpPr>
        <dsp:cNvPr id="0" name=""/>
        <dsp:cNvSpPr/>
      </dsp:nvSpPr>
      <dsp:spPr>
        <a:xfrm>
          <a:off x="0" y="465"/>
          <a:ext cx="11029950" cy="10895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4DA930-5D41-46B6-8DF1-A602A53B2725}">
      <dsp:nvSpPr>
        <dsp:cNvPr id="0" name=""/>
        <dsp:cNvSpPr/>
      </dsp:nvSpPr>
      <dsp:spPr>
        <a:xfrm>
          <a:off x="329582" y="245609"/>
          <a:ext cx="599240" cy="5992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4F9E3E-7BE1-427E-8B42-0291B8C4B609}">
      <dsp:nvSpPr>
        <dsp:cNvPr id="0" name=""/>
        <dsp:cNvSpPr/>
      </dsp:nvSpPr>
      <dsp:spPr>
        <a:xfrm>
          <a:off x="1258405" y="465"/>
          <a:ext cx="9771544" cy="108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8" tIns="115308" rIns="115308" bIns="1153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GPU is Graphics Processing Unit is optimized for:  Parallel computation, Processing large amounts of data at once and  Matrix operations (ideal for deep learning)</a:t>
          </a:r>
        </a:p>
      </dsp:txBody>
      <dsp:txXfrm>
        <a:off x="1258405" y="465"/>
        <a:ext cx="9771544" cy="1089528"/>
      </dsp:txXfrm>
    </dsp:sp>
    <dsp:sp modelId="{9C4ADFD7-FFAD-424B-8FDB-8DA31174BFB6}">
      <dsp:nvSpPr>
        <dsp:cNvPr id="0" name=""/>
        <dsp:cNvSpPr/>
      </dsp:nvSpPr>
      <dsp:spPr>
        <a:xfrm>
          <a:off x="0" y="1362376"/>
          <a:ext cx="11029950" cy="10895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57FF40-1478-4B8A-8168-A886AB2B3D00}">
      <dsp:nvSpPr>
        <dsp:cNvPr id="0" name=""/>
        <dsp:cNvSpPr/>
      </dsp:nvSpPr>
      <dsp:spPr>
        <a:xfrm>
          <a:off x="329582" y="1607520"/>
          <a:ext cx="599240" cy="5992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D7D38-4947-4758-B18A-9E0B4537570B}">
      <dsp:nvSpPr>
        <dsp:cNvPr id="0" name=""/>
        <dsp:cNvSpPr/>
      </dsp:nvSpPr>
      <dsp:spPr>
        <a:xfrm>
          <a:off x="1258405" y="1362376"/>
          <a:ext cx="9771544" cy="108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8" tIns="115308" rIns="115308" bIns="1153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GPU architecture has thousands of </a:t>
          </a:r>
          <a:r>
            <a:rPr lang="en-US" sz="2100" b="1" kern="1200"/>
            <a:t>smaller but efficient cores like</a:t>
          </a:r>
          <a:r>
            <a:rPr lang="en-US" sz="2100" kern="1200"/>
            <a:t> NVIDIA RTX 4090 has </a:t>
          </a:r>
          <a:r>
            <a:rPr lang="en-US" sz="2100" b="1" kern="1200"/>
            <a:t>16,384 CUDA cores</a:t>
          </a:r>
          <a:endParaRPr lang="en-US" sz="2100" kern="1200"/>
        </a:p>
      </dsp:txBody>
      <dsp:txXfrm>
        <a:off x="1258405" y="1362376"/>
        <a:ext cx="9771544" cy="1089528"/>
      </dsp:txXfrm>
    </dsp:sp>
    <dsp:sp modelId="{C6370C21-BF90-478B-9589-72C508422158}">
      <dsp:nvSpPr>
        <dsp:cNvPr id="0" name=""/>
        <dsp:cNvSpPr/>
      </dsp:nvSpPr>
      <dsp:spPr>
        <a:xfrm>
          <a:off x="0" y="2724286"/>
          <a:ext cx="11029950" cy="108952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3D1546-9A15-4CE8-8C87-6E54B6FCBF83}">
      <dsp:nvSpPr>
        <dsp:cNvPr id="0" name=""/>
        <dsp:cNvSpPr/>
      </dsp:nvSpPr>
      <dsp:spPr>
        <a:xfrm>
          <a:off x="329582" y="2969430"/>
          <a:ext cx="599240" cy="5992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E9ED7-8E37-4D42-AB3A-481316F62E4B}">
      <dsp:nvSpPr>
        <dsp:cNvPr id="0" name=""/>
        <dsp:cNvSpPr/>
      </dsp:nvSpPr>
      <dsp:spPr>
        <a:xfrm>
          <a:off x="1258405" y="2724286"/>
          <a:ext cx="9771544" cy="108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8" tIns="115308" rIns="115308" bIns="1153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GPU is best for Matrix multiplication, Vector operations, Deep learning, Image processing and Scientific simulations</a:t>
          </a:r>
          <a:endParaRPr lang="en-US" sz="2100" kern="1200"/>
        </a:p>
      </dsp:txBody>
      <dsp:txXfrm>
        <a:off x="1258405" y="2724286"/>
        <a:ext cx="9771544" cy="10895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57965F-E4A3-4A5B-82E9-0A05DFE06C9C}">
      <dsp:nvSpPr>
        <dsp:cNvPr id="0" name=""/>
        <dsp:cNvSpPr/>
      </dsp:nvSpPr>
      <dsp:spPr>
        <a:xfrm>
          <a:off x="2227405" y="0"/>
          <a:ext cx="1509048" cy="14597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CE9DCD-D803-447B-9882-D84AD6C7ACC2}">
      <dsp:nvSpPr>
        <dsp:cNvPr id="0" name=""/>
        <dsp:cNvSpPr/>
      </dsp:nvSpPr>
      <dsp:spPr>
        <a:xfrm>
          <a:off x="826146" y="1618214"/>
          <a:ext cx="4311566" cy="625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Use </a:t>
          </a:r>
          <a:r>
            <a:rPr lang="en-US" sz="3600" b="1" kern="1200"/>
            <a:t>CPU</a:t>
          </a:r>
          <a:r>
            <a:rPr lang="en-US" sz="3600" kern="1200"/>
            <a:t> when:</a:t>
          </a:r>
        </a:p>
      </dsp:txBody>
      <dsp:txXfrm>
        <a:off x="826146" y="1618214"/>
        <a:ext cx="4311566" cy="625593"/>
      </dsp:txXfrm>
    </dsp:sp>
    <dsp:sp modelId="{53B1E793-2F12-4C11-8CC4-E33DFDA68CED}">
      <dsp:nvSpPr>
        <dsp:cNvPr id="0" name=""/>
        <dsp:cNvSpPr/>
      </dsp:nvSpPr>
      <dsp:spPr>
        <a:xfrm>
          <a:off x="826146" y="2317527"/>
          <a:ext cx="4311566" cy="1496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Running OS-level programs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Light workloads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Decision-oriented logic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Small ML models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 inference on small inputs</a:t>
          </a:r>
        </a:p>
      </dsp:txBody>
      <dsp:txXfrm>
        <a:off x="826146" y="2317527"/>
        <a:ext cx="4311566" cy="1496753"/>
      </dsp:txXfrm>
    </dsp:sp>
    <dsp:sp modelId="{8390BE3C-EE7F-4618-96C4-DD5A811F326C}">
      <dsp:nvSpPr>
        <dsp:cNvPr id="0" name=""/>
        <dsp:cNvSpPr/>
      </dsp:nvSpPr>
      <dsp:spPr>
        <a:xfrm>
          <a:off x="7293496" y="0"/>
          <a:ext cx="1509048" cy="14597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B3098-A963-4F0B-8A3C-ED42FA7BC596}">
      <dsp:nvSpPr>
        <dsp:cNvPr id="0" name=""/>
        <dsp:cNvSpPr/>
      </dsp:nvSpPr>
      <dsp:spPr>
        <a:xfrm>
          <a:off x="5892237" y="1618214"/>
          <a:ext cx="4311566" cy="625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Use </a:t>
          </a:r>
          <a:r>
            <a:rPr lang="en-US" sz="3600" b="1" kern="1200"/>
            <a:t>GPU</a:t>
          </a:r>
          <a:r>
            <a:rPr lang="en-US" sz="3600" kern="1200"/>
            <a:t> when:</a:t>
          </a:r>
        </a:p>
      </dsp:txBody>
      <dsp:txXfrm>
        <a:off x="5892237" y="1618214"/>
        <a:ext cx="4311566" cy="625593"/>
      </dsp:txXfrm>
    </dsp:sp>
    <dsp:sp modelId="{BDB25238-08A9-458D-8FBA-353180B5AC28}">
      <dsp:nvSpPr>
        <dsp:cNvPr id="0" name=""/>
        <dsp:cNvSpPr/>
      </dsp:nvSpPr>
      <dsp:spPr>
        <a:xfrm>
          <a:off x="5892237" y="2317527"/>
          <a:ext cx="4311566" cy="1496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Training deep learning models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Processing large datasets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Performing matrix-heavy operations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Running computer vision models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Doing parallel simulations</a:t>
          </a:r>
        </a:p>
      </dsp:txBody>
      <dsp:txXfrm>
        <a:off x="5892237" y="2317527"/>
        <a:ext cx="4311566" cy="14967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C922E5-87F4-4555-8E01-20716B5ABF49}">
      <dsp:nvSpPr>
        <dsp:cNvPr id="0" name=""/>
        <dsp:cNvSpPr/>
      </dsp:nvSpPr>
      <dsp:spPr>
        <a:xfrm>
          <a:off x="0" y="465"/>
          <a:ext cx="11029950" cy="10895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A669B5-523B-4439-9990-DB8B5A5C3DBF}">
      <dsp:nvSpPr>
        <dsp:cNvPr id="0" name=""/>
        <dsp:cNvSpPr/>
      </dsp:nvSpPr>
      <dsp:spPr>
        <a:xfrm>
          <a:off x="329582" y="245609"/>
          <a:ext cx="599240" cy="5992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507C1D-08E8-42C2-8F03-3AAB11F10F7A}">
      <dsp:nvSpPr>
        <dsp:cNvPr id="0" name=""/>
        <dsp:cNvSpPr/>
      </dsp:nvSpPr>
      <dsp:spPr>
        <a:xfrm>
          <a:off x="1258405" y="465"/>
          <a:ext cx="9771544" cy="108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8" tIns="115308" rIns="115308" bIns="1153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CPU = </a:t>
          </a:r>
          <a:r>
            <a:rPr lang="en-US" sz="2500" b="1" kern="1200"/>
            <a:t>A single teacher explaining topics one-by-one</a:t>
          </a:r>
          <a:endParaRPr lang="en-US" sz="2500" kern="1200"/>
        </a:p>
      </dsp:txBody>
      <dsp:txXfrm>
        <a:off x="1258405" y="465"/>
        <a:ext cx="9771544" cy="1089528"/>
      </dsp:txXfrm>
    </dsp:sp>
    <dsp:sp modelId="{838181E5-BD60-42CC-BBEC-7C39CA5A8DF3}">
      <dsp:nvSpPr>
        <dsp:cNvPr id="0" name=""/>
        <dsp:cNvSpPr/>
      </dsp:nvSpPr>
      <dsp:spPr>
        <a:xfrm>
          <a:off x="0" y="1362376"/>
          <a:ext cx="11029950" cy="10895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EBC78-1310-4A21-A682-6C8D1E0881FB}">
      <dsp:nvSpPr>
        <dsp:cNvPr id="0" name=""/>
        <dsp:cNvSpPr/>
      </dsp:nvSpPr>
      <dsp:spPr>
        <a:xfrm>
          <a:off x="329582" y="1607520"/>
          <a:ext cx="599240" cy="5992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374592-EC4B-4B53-ABD8-7B38D9B2F62C}">
      <dsp:nvSpPr>
        <dsp:cNvPr id="0" name=""/>
        <dsp:cNvSpPr/>
      </dsp:nvSpPr>
      <dsp:spPr>
        <a:xfrm>
          <a:off x="1258405" y="1362376"/>
          <a:ext cx="9771544" cy="108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8" tIns="115308" rIns="115308" bIns="1153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️GPU = </a:t>
          </a:r>
          <a:r>
            <a:rPr lang="en-US" sz="2500" b="1" kern="1200"/>
            <a:t>A classroom of 10,000 students solving 10,000 math problems simultaneously</a:t>
          </a:r>
          <a:endParaRPr lang="en-US" sz="2500" kern="1200"/>
        </a:p>
      </dsp:txBody>
      <dsp:txXfrm>
        <a:off x="1258405" y="1362376"/>
        <a:ext cx="9771544" cy="1089528"/>
      </dsp:txXfrm>
    </dsp:sp>
    <dsp:sp modelId="{A7FD114E-EC99-4122-A3C8-037C9DB1DC22}">
      <dsp:nvSpPr>
        <dsp:cNvPr id="0" name=""/>
        <dsp:cNvSpPr/>
      </dsp:nvSpPr>
      <dsp:spPr>
        <a:xfrm>
          <a:off x="0" y="2724286"/>
          <a:ext cx="11029950" cy="108952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0F44A-A09F-4706-94FC-96F7A1DAB4D6}">
      <dsp:nvSpPr>
        <dsp:cNvPr id="0" name=""/>
        <dsp:cNvSpPr/>
      </dsp:nvSpPr>
      <dsp:spPr>
        <a:xfrm>
          <a:off x="329582" y="2969430"/>
          <a:ext cx="599240" cy="5992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D8865-8365-4FB4-97E8-31694E8377CC}">
      <dsp:nvSpPr>
        <dsp:cNvPr id="0" name=""/>
        <dsp:cNvSpPr/>
      </dsp:nvSpPr>
      <dsp:spPr>
        <a:xfrm>
          <a:off x="1258405" y="2724286"/>
          <a:ext cx="9771544" cy="108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8" tIns="115308" rIns="115308" bIns="1153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GPUs accelerate tasks with </a:t>
          </a:r>
          <a:r>
            <a:rPr lang="en-US" sz="2500" b="1" kern="1200"/>
            <a:t>parallel processing</a:t>
          </a:r>
          <a:endParaRPr lang="en-US" sz="2500" kern="1200"/>
        </a:p>
      </dsp:txBody>
      <dsp:txXfrm>
        <a:off x="1258405" y="2724286"/>
        <a:ext cx="9771544" cy="10895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B1847-2F68-4116-9ECA-F68B950F8F5E}">
      <dsp:nvSpPr>
        <dsp:cNvPr id="0" name=""/>
        <dsp:cNvSpPr/>
      </dsp:nvSpPr>
      <dsp:spPr>
        <a:xfrm>
          <a:off x="585835" y="1155129"/>
          <a:ext cx="626671" cy="62667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9D41D-11AC-4C41-AD8C-A3BE4C31927D}">
      <dsp:nvSpPr>
        <dsp:cNvPr id="0" name=""/>
        <dsp:cNvSpPr/>
      </dsp:nvSpPr>
      <dsp:spPr>
        <a:xfrm>
          <a:off x="717436" y="1286730"/>
          <a:ext cx="363469" cy="3634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DF3CC7-BDE7-412C-B7A7-3C174A89C53A}">
      <dsp:nvSpPr>
        <dsp:cNvPr id="0" name=""/>
        <dsp:cNvSpPr/>
      </dsp:nvSpPr>
      <dsp:spPr>
        <a:xfrm>
          <a:off x="1346793" y="1155129"/>
          <a:ext cx="1477153" cy="626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NVIDIA GPU Driver : nvidia-smi</a:t>
          </a:r>
        </a:p>
      </dsp:txBody>
      <dsp:txXfrm>
        <a:off x="1346793" y="1155129"/>
        <a:ext cx="1477153" cy="626671"/>
      </dsp:txXfrm>
    </dsp:sp>
    <dsp:sp modelId="{29666180-3DDB-4655-9E9C-0381DB9280E4}">
      <dsp:nvSpPr>
        <dsp:cNvPr id="0" name=""/>
        <dsp:cNvSpPr/>
      </dsp:nvSpPr>
      <dsp:spPr>
        <a:xfrm>
          <a:off x="585835" y="2041806"/>
          <a:ext cx="626671" cy="62667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BD2BE-B6D5-4F02-87A8-E11C69926BC3}">
      <dsp:nvSpPr>
        <dsp:cNvPr id="0" name=""/>
        <dsp:cNvSpPr/>
      </dsp:nvSpPr>
      <dsp:spPr>
        <a:xfrm>
          <a:off x="717436" y="2173407"/>
          <a:ext cx="363469" cy="3634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E924E9-6D61-4B37-973A-CDB0C0F34949}">
      <dsp:nvSpPr>
        <dsp:cNvPr id="0" name=""/>
        <dsp:cNvSpPr/>
      </dsp:nvSpPr>
      <dsp:spPr>
        <a:xfrm>
          <a:off x="1346793" y="2041806"/>
          <a:ext cx="1477153" cy="626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PyTorch with CUDA: pip install torch torchvision torchaudio --index-url https://download.pytorch.org/whl/cu121</a:t>
          </a:r>
        </a:p>
      </dsp:txBody>
      <dsp:txXfrm>
        <a:off x="1346793" y="2041806"/>
        <a:ext cx="1477153" cy="626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33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13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854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936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837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272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079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67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38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4500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66" r:id="rId6"/>
    <p:sldLayoutId id="2147483762" r:id="rId7"/>
    <p:sldLayoutId id="2147483763" r:id="rId8"/>
    <p:sldLayoutId id="2147483764" r:id="rId9"/>
    <p:sldLayoutId id="2147483765" r:id="rId10"/>
    <p:sldLayoutId id="2147483767" r:id="rId11"/>
  </p:sldLayoutIdLst>
  <p:hf sldNum="0"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8620" y="863695"/>
            <a:ext cx="3511233" cy="3779995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  <a:ea typeface="+mj-lt"/>
                <a:cs typeface="+mj-lt"/>
              </a:rPr>
              <a:t>NVIDIA GPU-based basic training for Deep Leaning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8621" y="4739780"/>
            <a:ext cx="3511233" cy="114705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 dirty="0"/>
              <a:t>Dr. Venkataramana </a:t>
            </a:r>
            <a:r>
              <a:rPr lang="en-US" sz="1500" dirty="0" err="1"/>
              <a:t>Veeramsetty</a:t>
            </a:r>
          </a:p>
          <a:p>
            <a:pPr>
              <a:lnSpc>
                <a:spcPct val="110000"/>
              </a:lnSpc>
            </a:pPr>
            <a:r>
              <a:rPr lang="en-US" sz="1500" dirty="0"/>
              <a:t>Professor in School of CS &amp; AI</a:t>
            </a:r>
          </a:p>
          <a:p>
            <a:pPr>
              <a:lnSpc>
                <a:spcPct val="110000"/>
              </a:lnSpc>
            </a:pPr>
            <a:r>
              <a:rPr lang="en-US" sz="1500"/>
              <a:t>SR University, Warangal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7059E-7415-7078-E54F-F2A4C12650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92" r="5" b="5"/>
          <a:stretch>
            <a:fillRect/>
          </a:stretch>
        </p:blipFill>
        <p:spPr>
          <a:xfrm>
            <a:off x="4654295" y="10"/>
            <a:ext cx="753770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E9E6C-A28F-4983-55DC-A875D0125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What is a CPU? </a:t>
            </a:r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514B2A78-0AA5-A3A3-86A5-F04E88C8A4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597492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2420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AED36-363E-5A4F-3869-46AD532C5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What is gpu?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6C9B49-DF3A-7A07-70A8-1E74D0EA23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3495800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41024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995A5-773A-A202-2126-3E14545E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  <a:ea typeface="+mj-lt"/>
                <a:cs typeface="+mj-lt"/>
              </a:rPr>
              <a:t>Why Deep Learning Needs GPUs</a:t>
            </a:r>
            <a:endParaRPr lang="en-US" sz="400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C4683-56ED-8CBE-957D-1F2FB3F1F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 marL="305435" indent="-305435"/>
            <a:r>
              <a:rPr lang="en-US" sz="2000">
                <a:ea typeface="+mn-lt"/>
                <a:cs typeface="+mn-lt"/>
              </a:rPr>
              <a:t>Deep learning requires:</a:t>
            </a:r>
            <a:endParaRPr lang="en-US" sz="2000"/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sz="2000">
                <a:ea typeface="+mn-lt"/>
                <a:cs typeface="+mn-lt"/>
              </a:rPr>
              <a:t>Millions of parameters</a:t>
            </a:r>
            <a:endParaRPr lang="en-US" sz="2000"/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sz="2000">
                <a:ea typeface="+mn-lt"/>
                <a:cs typeface="+mn-lt"/>
              </a:rPr>
              <a:t>Huge matrix multiplications</a:t>
            </a:r>
            <a:endParaRPr lang="en-US" sz="2000"/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sz="2000">
                <a:ea typeface="+mn-lt"/>
                <a:cs typeface="+mn-lt"/>
              </a:rPr>
              <a:t>Convolutions</a:t>
            </a:r>
            <a:endParaRPr lang="en-US" sz="2000"/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sz="2000">
                <a:ea typeface="+mn-lt"/>
                <a:cs typeface="+mn-lt"/>
              </a:rPr>
              <a:t>Gradient computations</a:t>
            </a:r>
            <a:endParaRPr lang="en-US" sz="2000"/>
          </a:p>
          <a:p>
            <a:pPr marL="305435" indent="-305435"/>
            <a:r>
              <a:rPr lang="en-US" sz="2000">
                <a:ea typeface="+mn-lt"/>
                <a:cs typeface="+mn-lt"/>
              </a:rPr>
              <a:t>These operations run </a:t>
            </a:r>
            <a:r>
              <a:rPr lang="en-US" sz="2000" b="1">
                <a:ea typeface="+mn-lt"/>
                <a:cs typeface="+mn-lt"/>
              </a:rPr>
              <a:t>massively parallel</a:t>
            </a:r>
            <a:r>
              <a:rPr lang="en-US" sz="2000">
                <a:ea typeface="+mn-lt"/>
                <a:cs typeface="+mn-lt"/>
              </a:rPr>
              <a:t>, so GPUs give </a:t>
            </a:r>
            <a:r>
              <a:rPr lang="en-US" sz="2000" b="1">
                <a:ea typeface="+mn-lt"/>
                <a:cs typeface="+mn-lt"/>
              </a:rPr>
              <a:t>10× to 100× speedup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  <a:p>
            <a:pPr marL="305435" indent="-305435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693245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21D1E64-3CC1-5DCB-3077-14C82D611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21" y="541064"/>
            <a:ext cx="5304599" cy="343589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E3F140-02CB-4BBC-ABC0-8BF046C9D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436050"/>
            <a:ext cx="0" cy="1645920"/>
          </a:xfrm>
          <a:prstGeom prst="line">
            <a:avLst/>
          </a:prstGeom>
          <a:ln w="19050">
            <a:solidFill>
              <a:srgbClr val="4653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CBB45DA-E70C-C430-0F42-C788ED797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990" y="541064"/>
            <a:ext cx="5586208" cy="343589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59623"/>
            <a:ext cx="11303626" cy="2051143"/>
          </a:xfrm>
          <a:prstGeom prst="rect">
            <a:avLst/>
          </a:prstGeom>
          <a:solidFill>
            <a:srgbClr val="465359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C68793-75A7-4417-F1E2-EBD03D437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00" y="4596992"/>
            <a:ext cx="3353432" cy="1607013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CPU Vs. GPU</a:t>
            </a:r>
          </a:p>
        </p:txBody>
      </p:sp>
      <p:pic>
        <p:nvPicPr>
          <p:cNvPr id="6" name="Content Placeholder 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60CD624E-C989-62CB-0D66-7A797070D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358420" y="4743273"/>
            <a:ext cx="30670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58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D32DF7-56FB-75BB-844C-1FF371B9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When to Use CPU vs GPU?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0AE263-621E-ECC0-38BF-B04C119E24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1137084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6710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77339-33D9-0FD9-84C6-43498DCF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Analogy for Students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9C3702-7ADF-082E-B0BD-9641B3747B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231339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8465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FF4265-F056-C3B4-C24F-8B48F6A74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SETUP</a:t>
            </a:r>
            <a:endParaRPr lang="en-US">
              <a:solidFill>
                <a:srgbClr val="FFFFFF"/>
              </a:solidFill>
            </a:endParaRPr>
          </a:p>
        </p:txBody>
      </p:sp>
      <p:pic>
        <p:nvPicPr>
          <p:cNvPr id="16" name="Picture 1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389F4A7-2D8D-3906-AFAB-876A619E8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231" y="1708409"/>
            <a:ext cx="6831503" cy="3423769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78617C-CA03-F29E-46A4-8E995C6AB5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048305"/>
              </p:ext>
            </p:extLst>
          </p:nvPr>
        </p:nvGraphicFramePr>
        <p:xfrm>
          <a:off x="601255" y="2177142"/>
          <a:ext cx="3409782" cy="38236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8485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52FF1B8-145F-47AA-9F6F-7DA3201AA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79886C-FCF0-3EDB-E209-358D5B7F6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9243" y="1419225"/>
            <a:ext cx="6798608" cy="2346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Thank You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FE8A8C-8C1F-40A1-8A45-9D05B0DD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1EF8C3-8F8A-447D-A5FF-C12426825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511BAF-6DC3-420A-8603-96945C66A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Graphic 4" descr="Smiling Face with No Fill">
            <a:extLst>
              <a:ext uri="{FF2B5EF4-FFF2-40B4-BE49-F238E27FC236}">
                <a16:creationId xmlns:a16="http://schemas.microsoft.com/office/drawing/2014/main" id="{D1FCB672-CD57-DE15-3B45-938DA9253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700" y="2049354"/>
            <a:ext cx="3053422" cy="305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6498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DividendVTI</vt:lpstr>
      <vt:lpstr>NVIDIA GPU-based basic training for Deep Leaning</vt:lpstr>
      <vt:lpstr>What is a CPU? </vt:lpstr>
      <vt:lpstr>What is gpu?</vt:lpstr>
      <vt:lpstr>Why Deep Learning Needs GPUs</vt:lpstr>
      <vt:lpstr>CPU Vs. GPU</vt:lpstr>
      <vt:lpstr>When to Use CPU vs GPU?</vt:lpstr>
      <vt:lpstr>Analogy for Students</vt:lpstr>
      <vt:lpstr>SETUP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128</cp:revision>
  <dcterms:created xsi:type="dcterms:W3CDTF">2025-12-02T07:22:51Z</dcterms:created>
  <dcterms:modified xsi:type="dcterms:W3CDTF">2025-12-03T06:35:47Z</dcterms:modified>
</cp:coreProperties>
</file>